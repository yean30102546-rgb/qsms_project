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5e28de451e439a" /><Relationship Type="http://schemas.openxmlformats.org/officeDocument/2006/relationships/extended-properties" Target="/docProps/app.xml" Id="Rd90db9a0aa744378" /><Relationship Type="http://schemas.openxmlformats.org/officeDocument/2006/relationships/officeDocument" Target="/ppt/presentation.xml" Id="R7069f40bcfbb49b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cf4d0e4a0ed4f8b"/>
  </p:sldMasterIdLst>
  <p:notesMasterIdLst>
    <p:notesMasterId xmlns:r="http://schemas.openxmlformats.org/officeDocument/2006/relationships" r:id="R52af1d7a5a8e4912"/>
  </p:notesMasterIdLst>
  <p:sldIdLst>
    <p:sldId xmlns:r="http://schemas.openxmlformats.org/officeDocument/2006/relationships" id="256" r:id="Rfd4819cc26de4403"/>
    <p:sldId xmlns:r="http://schemas.openxmlformats.org/officeDocument/2006/relationships" id="257" r:id="Rbc7f213a32944e1b"/>
    <p:sldId xmlns:r="http://schemas.openxmlformats.org/officeDocument/2006/relationships" id="258" r:id="Rd9c42757b4b547ed"/>
    <p:sldId xmlns:r="http://schemas.openxmlformats.org/officeDocument/2006/relationships" id="259" r:id="Rfd70d2224c904e2f"/>
    <p:sldId xmlns:r="http://schemas.openxmlformats.org/officeDocument/2006/relationships" id="260" r:id="Rb12b8419bd7941c7"/>
    <p:sldId xmlns:r="http://schemas.openxmlformats.org/officeDocument/2006/relationships" id="261" r:id="Rebafc59aeff04991"/>
    <p:sldId xmlns:r="http://schemas.openxmlformats.org/officeDocument/2006/relationships" id="262" r:id="Re0c97c025c5747d0"/>
    <p:sldId xmlns:r="http://schemas.openxmlformats.org/officeDocument/2006/relationships" id="263" r:id="R05825c4911a64e5c"/>
    <p:sldId xmlns:r="http://schemas.openxmlformats.org/officeDocument/2006/relationships" id="264" r:id="Rd4ae040fca6c4dbf"/>
    <p:sldId xmlns:r="http://schemas.openxmlformats.org/officeDocument/2006/relationships" id="265" r:id="R61e37b9579224d98"/>
    <p:sldId xmlns:r="http://schemas.openxmlformats.org/officeDocument/2006/relationships" id="266" r:id="R1f48364d342244bc"/>
    <p:sldId xmlns:r="http://schemas.openxmlformats.org/officeDocument/2006/relationships" id="267" r:id="Re63d6fab0440475e"/>
    <p:sldId xmlns:r="http://schemas.openxmlformats.org/officeDocument/2006/relationships" id="268" r:id="R36b2462694d242e7"/>
    <p:sldId xmlns:r="http://schemas.openxmlformats.org/officeDocument/2006/relationships" id="269" r:id="R2a73e52ee3e345a9"/>
    <p:sldId xmlns:r="http://schemas.openxmlformats.org/officeDocument/2006/relationships" id="270" r:id="R725b50b9eb774b59"/>
    <p:sldId xmlns:r="http://schemas.openxmlformats.org/officeDocument/2006/relationships" id="271" r:id="R2914082d4bcc498e"/>
    <p:sldId xmlns:r="http://schemas.openxmlformats.org/officeDocument/2006/relationships" id="272" r:id="R115685b0740c47a0"/>
  </p:sldIdLst>
  <p:sldSz cx="12192000" cy="6858000"/>
  <p:notesSz cx="6858000" cy="9144000"/>
  <p:embeddedFontLst>
    <p:embeddedFont>
      <p:font typeface="Sarabun ExtraBold"/>
      <p:bold xmlns:r="http://schemas.openxmlformats.org/officeDocument/2006/relationships" r:id="Rac0fef9e89d644ce"/>
      <p:boldItalic xmlns:r="http://schemas.openxmlformats.org/officeDocument/2006/relationships" r:id="Rff636e7116394a97"/>
    </p:embeddedFont>
    <p:embeddedFont>
      <p:font typeface="Sarabun"/>
      <p:regular xmlns:r="http://schemas.openxmlformats.org/officeDocument/2006/relationships" r:id="Rd6c64bba8fb34413"/>
      <p:bold xmlns:r="http://schemas.openxmlformats.org/officeDocument/2006/relationships" r:id="Rbfab1bd0867b4c57"/>
      <p:italic xmlns:r="http://schemas.openxmlformats.org/officeDocument/2006/relationships" r:id="R96a3f971a13843b6"/>
      <p:boldItalic xmlns:r="http://schemas.openxmlformats.org/officeDocument/2006/relationships" r:id="R07e706b26e80404a"/>
    </p:embeddedFont>
    <p:embeddedFont>
      <p:font typeface="Plus Jakarta Sans ExtraBold"/>
      <p:bold xmlns:r="http://schemas.openxmlformats.org/officeDocument/2006/relationships" r:id="R7568163700e84036"/>
      <p:boldItalic xmlns:r="http://schemas.openxmlformats.org/officeDocument/2006/relationships" r:id="R27cdf5ada4834d6a"/>
    </p:embeddedFont>
    <p:embeddedFont>
      <p:font typeface="Sarabun Medium"/>
      <p:regular xmlns:r="http://schemas.openxmlformats.org/officeDocument/2006/relationships" r:id="R35034aeb87f54dc0"/>
      <p:bold xmlns:r="http://schemas.openxmlformats.org/officeDocument/2006/relationships" r:id="R87bab9dbaf8742cd"/>
      <p:italic xmlns:r="http://schemas.openxmlformats.org/officeDocument/2006/relationships" r:id="R38d0a02ef759469f"/>
      <p:boldItalic xmlns:r="http://schemas.openxmlformats.org/officeDocument/2006/relationships" r:id="R4861b935d46340c8"/>
    </p:embeddedFont>
    <p:embeddedFont>
      <p:font typeface="Sarabun SemiBold"/>
      <p:regular xmlns:r="http://schemas.openxmlformats.org/officeDocument/2006/relationships" r:id="R8d522b287e024079"/>
      <p:bold xmlns:r="http://schemas.openxmlformats.org/officeDocument/2006/relationships" r:id="R8a9d474fc90948e8"/>
      <p:italic xmlns:r="http://schemas.openxmlformats.org/officeDocument/2006/relationships" r:id="Rd96dc7e6553546fd"/>
      <p:boldItalic xmlns:r="http://schemas.openxmlformats.org/officeDocument/2006/relationships" r:id="Rf7ad2d188d3844a9"/>
    </p:embeddedFont>
    <p:embeddedFont>
      <p:font typeface="Sarabun Light"/>
      <p:regular xmlns:r="http://schemas.openxmlformats.org/officeDocument/2006/relationships" r:id="R7210326ca22c4be5"/>
      <p:bold xmlns:r="http://schemas.openxmlformats.org/officeDocument/2006/relationships" r:id="R3105c3ff24ed4469"/>
      <p:italic xmlns:r="http://schemas.openxmlformats.org/officeDocument/2006/relationships" r:id="R86f6c035984f4dc5"/>
      <p:boldItalic xmlns:r="http://schemas.openxmlformats.org/officeDocument/2006/relationships" r:id="Ra71e636d894b436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0FC34246-1C6B-4272-B706-020A2DD5FDA8}">
  <a:tblStyle styleId="{0FC34246-1C6B-4272-B706-020A2DD5FDA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d5ec7a41f749d2" /><Relationship Type="http://schemas.openxmlformats.org/officeDocument/2006/relationships/slideMaster" Target="/ppt/slideMasters/slideMaster1.xml" Id="Recf4d0e4a0ed4f8b" /><Relationship Type="http://schemas.openxmlformats.org/officeDocument/2006/relationships/notesMaster" Target="/ppt/notesMasters/notesMaster1.xml" Id="R52af1d7a5a8e4912" /><Relationship Type="http://schemas.openxmlformats.org/officeDocument/2006/relationships/presProps" Target="/ppt/presProps.xml" Id="R772fa966378a48a0" /><Relationship Type="http://schemas.openxmlformats.org/officeDocument/2006/relationships/viewProps" Target="/ppt/viewProps.xml" Id="Rbdde9a52aec84e9a" /><Relationship Type="http://schemas.openxmlformats.org/officeDocument/2006/relationships/tableStyles" Target="/ppt/tableStyles.xml" Id="R40c8f523b6a8440d" /><Relationship Type="http://schemas.openxmlformats.org/officeDocument/2006/relationships/font" Target="/ppt/fonts/font.dat" Id="Rac0fef9e89d644ce" /><Relationship Type="http://schemas.openxmlformats.org/officeDocument/2006/relationships/font" Target="/ppt/fonts/font2.dat" Id="Rff636e7116394a97" /><Relationship Type="http://schemas.openxmlformats.org/officeDocument/2006/relationships/font" Target="/ppt/fonts/font3.dat" Id="Rd6c64bba8fb34413" /><Relationship Type="http://schemas.openxmlformats.org/officeDocument/2006/relationships/font" Target="/ppt/fonts/font4.dat" Id="Rbfab1bd0867b4c57" /><Relationship Type="http://schemas.openxmlformats.org/officeDocument/2006/relationships/font" Target="/ppt/fonts/font5.dat" Id="R96a3f971a13843b6" /><Relationship Type="http://schemas.openxmlformats.org/officeDocument/2006/relationships/font" Target="/ppt/fonts/font6.dat" Id="R07e706b26e80404a" /><Relationship Type="http://schemas.openxmlformats.org/officeDocument/2006/relationships/font" Target="/ppt/fonts/font7.dat" Id="R7568163700e84036" /><Relationship Type="http://schemas.openxmlformats.org/officeDocument/2006/relationships/font" Target="/ppt/fonts/font8.dat" Id="R27cdf5ada4834d6a" /><Relationship Type="http://schemas.openxmlformats.org/officeDocument/2006/relationships/font" Target="/ppt/fonts/font9.dat" Id="R35034aeb87f54dc0" /><Relationship Type="http://schemas.openxmlformats.org/officeDocument/2006/relationships/font" Target="/ppt/fonts/font10.dat" Id="R87bab9dbaf8742cd" /><Relationship Type="http://schemas.openxmlformats.org/officeDocument/2006/relationships/font" Target="/ppt/fonts/font11.dat" Id="R38d0a02ef759469f" /><Relationship Type="http://schemas.openxmlformats.org/officeDocument/2006/relationships/font" Target="/ppt/fonts/font12.dat" Id="R4861b935d46340c8" /><Relationship Type="http://schemas.openxmlformats.org/officeDocument/2006/relationships/font" Target="/ppt/fonts/font13.dat" Id="R8d522b287e024079" /><Relationship Type="http://schemas.openxmlformats.org/officeDocument/2006/relationships/font" Target="/ppt/fonts/font14.dat" Id="R8a9d474fc90948e8" /><Relationship Type="http://schemas.openxmlformats.org/officeDocument/2006/relationships/font" Target="/ppt/fonts/font15.dat" Id="Rd96dc7e6553546fd" /><Relationship Type="http://schemas.openxmlformats.org/officeDocument/2006/relationships/font" Target="/ppt/fonts/font16.dat" Id="Rf7ad2d188d3844a9" /><Relationship Type="http://schemas.openxmlformats.org/officeDocument/2006/relationships/font" Target="/ppt/fonts/font17.dat" Id="R7210326ca22c4be5" /><Relationship Type="http://schemas.openxmlformats.org/officeDocument/2006/relationships/font" Target="/ppt/fonts/font18.dat" Id="R3105c3ff24ed4469" /><Relationship Type="http://schemas.openxmlformats.org/officeDocument/2006/relationships/font" Target="/ppt/fonts/font19.dat" Id="R86f6c035984f4dc5" /><Relationship Type="http://schemas.openxmlformats.org/officeDocument/2006/relationships/font" Target="/ppt/fonts/font20.dat" Id="Ra71e636d894b4360" /><Relationship Type="http://schemas.openxmlformats.org/officeDocument/2006/relationships/slide" Target="/ppt/slides/slide1.xml" Id="Rfd4819cc26de4403" /><Relationship Type="http://schemas.openxmlformats.org/officeDocument/2006/relationships/slide" Target="/ppt/slides/slide2.xml" Id="Rbc7f213a32944e1b" /><Relationship Type="http://schemas.openxmlformats.org/officeDocument/2006/relationships/slide" Target="/ppt/slides/slide3.xml" Id="Rd9c42757b4b547ed" /><Relationship Type="http://schemas.openxmlformats.org/officeDocument/2006/relationships/slide" Target="/ppt/slides/slide4.xml" Id="Rfd70d2224c904e2f" /><Relationship Type="http://schemas.openxmlformats.org/officeDocument/2006/relationships/slide" Target="/ppt/slides/slide5.xml" Id="Rb12b8419bd7941c7" /><Relationship Type="http://schemas.openxmlformats.org/officeDocument/2006/relationships/slide" Target="/ppt/slides/slide6.xml" Id="Rebafc59aeff04991" /><Relationship Type="http://schemas.openxmlformats.org/officeDocument/2006/relationships/slide" Target="/ppt/slides/slide7.xml" Id="Re0c97c025c5747d0" /><Relationship Type="http://schemas.openxmlformats.org/officeDocument/2006/relationships/slide" Target="/ppt/slides/slide8.xml" Id="R05825c4911a64e5c" /><Relationship Type="http://schemas.openxmlformats.org/officeDocument/2006/relationships/slide" Target="/ppt/slides/slide9.xml" Id="Rd4ae040fca6c4dbf" /><Relationship Type="http://schemas.openxmlformats.org/officeDocument/2006/relationships/slide" Target="/ppt/slides/slide10.xml" Id="R61e37b9579224d98" /><Relationship Type="http://schemas.openxmlformats.org/officeDocument/2006/relationships/slide" Target="/ppt/slides/slide11.xml" Id="R1f48364d342244bc" /><Relationship Type="http://schemas.openxmlformats.org/officeDocument/2006/relationships/slide" Target="/ppt/slides/slide12.xml" Id="Re63d6fab0440475e" /><Relationship Type="http://schemas.openxmlformats.org/officeDocument/2006/relationships/slide" Target="/ppt/slides/slide13.xml" Id="R36b2462694d242e7" /><Relationship Type="http://schemas.openxmlformats.org/officeDocument/2006/relationships/slide" Target="/ppt/slides/slide14.xml" Id="R2a73e52ee3e345a9" /><Relationship Type="http://schemas.openxmlformats.org/officeDocument/2006/relationships/slide" Target="/ppt/slides/slide15.xml" Id="R725b50b9eb774b59" /><Relationship Type="http://schemas.openxmlformats.org/officeDocument/2006/relationships/slide" Target="/ppt/slides/slide16.xml" Id="R2914082d4bcc498e" /><Relationship Type="http://schemas.openxmlformats.org/officeDocument/2006/relationships/slide" Target="/ppt/slides/slide17.xml" Id="R115685b0740c47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e71315a50142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4182a49d034fb5" /><Relationship Type="http://schemas.openxmlformats.org/officeDocument/2006/relationships/notesMaster" Target="/ppt/notesMasters/notesMaster1.xml" Id="Refdf47fd3e584d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ca47dc75cd4685" /><Relationship Type="http://schemas.openxmlformats.org/officeDocument/2006/relationships/notesMaster" Target="/ppt/notesMasters/notesMaster1.xml" Id="R87d5bcd70c7044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2d741dd7df48ef" /><Relationship Type="http://schemas.openxmlformats.org/officeDocument/2006/relationships/notesMaster" Target="/ppt/notesMasters/notesMaster1.xml" Id="R38de129a96294e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46d0fb3b154799" /><Relationship Type="http://schemas.openxmlformats.org/officeDocument/2006/relationships/notesMaster" Target="/ppt/notesMasters/notesMaster1.xml" Id="R49cb24ea15b241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f6c0beb28c449a" /><Relationship Type="http://schemas.openxmlformats.org/officeDocument/2006/relationships/notesMaster" Target="/ppt/notesMasters/notesMaster1.xml" Id="R4e352b206ffe46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7da2e8e9d446cd" /><Relationship Type="http://schemas.openxmlformats.org/officeDocument/2006/relationships/notesMaster" Target="/ppt/notesMasters/notesMaster1.xml" Id="R3630cce89b4045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872941cdf34d60" /><Relationship Type="http://schemas.openxmlformats.org/officeDocument/2006/relationships/notesMaster" Target="/ppt/notesMasters/notesMaster1.xml" Id="R18b68464f5014c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c57353788d4a0a" /><Relationship Type="http://schemas.openxmlformats.org/officeDocument/2006/relationships/notesMaster" Target="/ppt/notesMasters/notesMaster1.xml" Id="R9768624be7ca4c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c33e4e20a94b1b" /><Relationship Type="http://schemas.openxmlformats.org/officeDocument/2006/relationships/notesMaster" Target="/ppt/notesMasters/notesMaster1.xml" Id="R003732e742bc4d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86424bfd214d32" /><Relationship Type="http://schemas.openxmlformats.org/officeDocument/2006/relationships/notesMaster" Target="/ppt/notesMasters/notesMaster1.xml" Id="R1ed63e5756bd48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c4fc6c58284304" /><Relationship Type="http://schemas.openxmlformats.org/officeDocument/2006/relationships/notesMaster" Target="/ppt/notesMasters/notesMaster1.xml" Id="R61caa38d9fe44b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01e1f377604c0a" /><Relationship Type="http://schemas.openxmlformats.org/officeDocument/2006/relationships/notesMaster" Target="/ppt/notesMasters/notesMaster1.xml" Id="Ra4745cefb2074a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1a63535d3b4cf3" /><Relationship Type="http://schemas.openxmlformats.org/officeDocument/2006/relationships/notesMaster" Target="/ppt/notesMasters/notesMaster1.xml" Id="Rad6e9306359b4e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e95330c68b4cfa" /><Relationship Type="http://schemas.openxmlformats.org/officeDocument/2006/relationships/notesMaster" Target="/ppt/notesMasters/notesMaster1.xml" Id="Rb47a8f9a156e48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f13d4352ba4622" /><Relationship Type="http://schemas.openxmlformats.org/officeDocument/2006/relationships/notesMaster" Target="/ppt/notesMasters/notesMaster1.xml" Id="Rbc52533b681a45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e1b18969e54e06" /><Relationship Type="http://schemas.openxmlformats.org/officeDocument/2006/relationships/notesMaster" Target="/ppt/notesMasters/notesMaster1.xml" Id="R5f6bafaa397e43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34ae886a3b4478" /><Relationship Type="http://schemas.openxmlformats.org/officeDocument/2006/relationships/notesMaster" Target="/ppt/notesMasters/notesMaster1.xml" Id="R79f6dd3dd16a44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361ddbfa744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ab13e593a4c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7ee6c29ba4f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cfa4a109d40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1cb7dc43d4a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e6932abb0433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e4280e9354ab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8012d50174c9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07f237a8b94e3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56425f7174da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d6244931c4bd3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4539F107-53A6-4D3B-9A28-0B9F3B39B3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0A6CCAAB-5BD2-46A4-A81B-B3F26344AE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8EB3C6F1-D4DF-42E5-B215-927F445EB1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14FC7A6E-100D-4A01-9A3A-820BDCA2DF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737C172D-8DCA-4293-B065-E1F3CD78CE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8DAF9C6-44BF-4D12-9FD6-F5480A9BF9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85C25919-8A13-49F3-8223-6C0CCCB457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385DB616-A406-4689-9954-AB24CE261D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E6FCB2F1-0775-406B-9979-D25D20D8AF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B43902D3-AE30-4F4A-B6F8-BC4CA8F232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7454780A-7F3C-4D1C-9A10-4BBB0556E2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9233DF08-01B7-4C6E-BE91-D53919C964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C4701F8C-D7CC-4106-A7E2-2DCF120207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500F2DD0-6FCD-4489-B919-1C8A14634C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39455FAF-6D82-4718-AC04-4FF578B5BE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70ACB044-4416-4437-8F06-1733E49C0C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97441BB9-3C76-4113-9883-56E7B1871B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52582496-57D4-4B94-9A80-543BC1A3F9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59796446-BD0A-4815-A4F6-89D8868634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6BEE2DC2-A273-4758-8A52-5DA06976B8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3FEC6ED0-48E6-4994-B777-9E4D363963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5663CC14-E079-4973-B114-B7F3FA84CD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8CEF9F2E-2AC4-437C-BBDD-E5E9CC28FB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8D7629AD-0A31-42A3-82FC-D038955C69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095B03DA-A313-47CA-AFB0-519BC981C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CF6A5625-2138-4322-8FE7-261EF50868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110CC980-F1F7-4E2B-B9EA-D144D1B0E0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EDB5F9F0-3252-47E3-AE97-C6CB222AFA7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1C715B21-0EF8-4F3B-A7FE-45B1C14B4A28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FB973369-95D0-4BDD-97A8-0ADE363E4E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9135F05E-B32F-4FF7-95C9-6AF7030E14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7AB10347-EBB9-4A15-A7E5-DF3E7BDA53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2DC6DD0B-61AC-44B2-9EF2-D9E34E177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8">
            <a:extLst xmlns:a="http://schemas.openxmlformats.org/drawingml/2006/main">
              <a:ext uri="{FF2B5EF4-FFF2-40B4-BE49-F238E27FC236}">
                <a16:creationId xmlns:a16="http://schemas.microsoft.com/office/drawing/2014/main" id="{66079669-2A1A-42F1-858C-32671B09E3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DD2B70E3-945D-42D9-8DA5-5117C69F5C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0D6990A3-71B8-4937-9A38-FA73C77BEC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ADB7E81C-B65D-498E-96A2-43C7F42FEA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6D09EAF3-9992-4956-BF27-5C34409883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B67C17DE-51BA-4DB7-B912-25A8494540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04469986-313E-4A1D-8044-3FBE028015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12D4EFF9-5F42-409A-9EE0-070250D3B0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DD9EF6BF-2D26-4608-9E3F-5C193D25B2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03C1C40A-BECB-402B-B9B4-2629E2B74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25604FCF-9A03-45CC-BC2F-0785FF83BA2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437C4B8C-EAEF-4C06-966B-1543B7EE7D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7A132F48-D4F3-4963-A338-EAF64634CF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48BA466C-4A2E-4B51-A268-A3DD33BA0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F4B926FA-FF69-4032-BE7B-F8E7776D8C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56A2D6E1-B6A6-4507-87D5-D2168D1E43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25FC8C53-9092-470F-B895-D9535393DE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CCCFDEF3-4907-4E3C-ADFD-59D8071DE3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8ABB1576-1732-4878-8730-1858FF1316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533EB273-919B-4E9E-9F68-A440A84DF2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2">
            <a:extLst xmlns:a="http://schemas.openxmlformats.org/drawingml/2006/main">
              <a:ext uri="{FF2B5EF4-FFF2-40B4-BE49-F238E27FC236}">
                <a16:creationId xmlns:a16="http://schemas.microsoft.com/office/drawing/2014/main" id="{00FD2C74-E2CB-4021-A51C-FC0E4D1E4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2">
            <a:extLst xmlns:a="http://schemas.openxmlformats.org/drawingml/2006/main">
              <a:ext uri="{FF2B5EF4-FFF2-40B4-BE49-F238E27FC236}">
                <a16:creationId xmlns:a16="http://schemas.microsoft.com/office/drawing/2014/main" id="{5BA8B355-372F-472F-8625-45187AE8A1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53E67474-5A80-4FB3-A9F9-C40B698E10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B4EF9653-4234-48B3-8CCB-D5211E9DED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DF7E2CFA-66CB-4A76-A33C-5C3C3DB192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5381c2e53c45d6" /><Relationship Type="http://schemas.openxmlformats.org/officeDocument/2006/relationships/slideLayout" Target="/ppt/slideLayouts/slideLayout1.xml" Id="R0b5e4a61ca5c4f82" /><Relationship Type="http://schemas.openxmlformats.org/officeDocument/2006/relationships/slideLayout" Target="/ppt/slideLayouts/slideLayout2.xml" Id="R2c89aaf0d3734d4f" /><Relationship Type="http://schemas.openxmlformats.org/officeDocument/2006/relationships/slideLayout" Target="/ppt/slideLayouts/slideLayout3.xml" Id="Re9eea9d9b18c4f6b" /><Relationship Type="http://schemas.openxmlformats.org/officeDocument/2006/relationships/slideLayout" Target="/ppt/slideLayouts/slideLayout4.xml" Id="Ree27ca9027ab4c14" /><Relationship Type="http://schemas.openxmlformats.org/officeDocument/2006/relationships/slideLayout" Target="/ppt/slideLayouts/slideLayout5.xml" Id="R855374a56782497b" /><Relationship Type="http://schemas.openxmlformats.org/officeDocument/2006/relationships/slideLayout" Target="/ppt/slideLayouts/slideLayout6.xml" Id="Rc496cf4cb99b466e" /><Relationship Type="http://schemas.openxmlformats.org/officeDocument/2006/relationships/slideLayout" Target="/ppt/slideLayouts/slideLayout7.xml" Id="R055c9a91b5984173" /><Relationship Type="http://schemas.openxmlformats.org/officeDocument/2006/relationships/slideLayout" Target="/ppt/slideLayouts/slideLayout8.xml" Id="R602efd103e7a4e72" /><Relationship Type="http://schemas.openxmlformats.org/officeDocument/2006/relationships/slideLayout" Target="/ppt/slideLayouts/slideLayout9.xml" Id="R6e1cf482f6c44be8" /><Relationship Type="http://schemas.openxmlformats.org/officeDocument/2006/relationships/slideLayout" Target="/ppt/slideLayouts/slideLayout10.xml" Id="R450d41f3934a4086" /><Relationship Type="http://schemas.openxmlformats.org/officeDocument/2006/relationships/slideLayout" Target="/ppt/slideLayouts/slideLayout11.xml" Id="R6198549aac0d474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6A164F6D-8398-437A-AE73-B2B915F4D6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15B00AAC-BFCA-43B8-B44A-5E7AFA7B62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5A45D8C8-BA41-4FBF-BA62-2674A10DEE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E060BBD3-74CE-4DE0-94F7-25DE6F69DC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E3560B47-FA07-4415-A1E7-9E71A59273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5e4a61ca5c4f82"/>
    <p:sldLayoutId xmlns:r="http://schemas.openxmlformats.org/officeDocument/2006/relationships" id="2147483650" r:id="R2c89aaf0d3734d4f"/>
    <p:sldLayoutId xmlns:r="http://schemas.openxmlformats.org/officeDocument/2006/relationships" id="2147483651" r:id="Re9eea9d9b18c4f6b"/>
    <p:sldLayoutId xmlns:r="http://schemas.openxmlformats.org/officeDocument/2006/relationships" id="2147483652" r:id="Ree27ca9027ab4c14"/>
    <p:sldLayoutId xmlns:r="http://schemas.openxmlformats.org/officeDocument/2006/relationships" id="2147483653" r:id="R855374a56782497b"/>
    <p:sldLayoutId xmlns:r="http://schemas.openxmlformats.org/officeDocument/2006/relationships" id="2147483654" r:id="Rc496cf4cb99b466e"/>
    <p:sldLayoutId xmlns:r="http://schemas.openxmlformats.org/officeDocument/2006/relationships" id="2147483655" r:id="R055c9a91b5984173"/>
    <p:sldLayoutId xmlns:r="http://schemas.openxmlformats.org/officeDocument/2006/relationships" id="2147483656" r:id="R602efd103e7a4e72"/>
    <p:sldLayoutId xmlns:r="http://schemas.openxmlformats.org/officeDocument/2006/relationships" id="2147483657" r:id="R6e1cf482f6c44be8"/>
    <p:sldLayoutId xmlns:r="http://schemas.openxmlformats.org/officeDocument/2006/relationships" id="2147483658" r:id="R450d41f3934a4086"/>
    <p:sldLayoutId xmlns:r="http://schemas.openxmlformats.org/officeDocument/2006/relationships" id="2147483659" r:id="R6198549aac0d474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4f8d0d59b4818" /><Relationship Type="http://schemas.openxmlformats.org/officeDocument/2006/relationships/image" Target="/ppt/media/image.png" Id="R38bf700e049444b4" /><Relationship Type="http://schemas.openxmlformats.org/officeDocument/2006/relationships/image" Target="/ppt/media/image2.png" Id="R25f95db5f5784efd" /><Relationship Type="http://schemas.openxmlformats.org/officeDocument/2006/relationships/image" Target="/ppt/media/image3.png" Id="Rb670ff1a39b942c1" /><Relationship Type="http://schemas.openxmlformats.org/officeDocument/2006/relationships/image" Target="/ppt/media/image4.png" Id="R179deca32e1740f8" /><Relationship Type="http://schemas.openxmlformats.org/officeDocument/2006/relationships/image" Target="/ppt/media/image5.png" Id="Raae8bde35c3e4f15" /><Relationship Type="http://schemas.openxmlformats.org/officeDocument/2006/relationships/notesSlide" Target="/ppt/notesSlides/notesSlide1.xml" Id="Rf238707ccd5b43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3201bca594e07" /><Relationship Type="http://schemas.openxmlformats.org/officeDocument/2006/relationships/image" Target="/ppt/media/image6.png" Id="Re130d30a7ce44941" /><Relationship Type="http://schemas.openxmlformats.org/officeDocument/2006/relationships/image" Target="/ppt/media/image7.png" Id="R096c3f72af8f4af8" /><Relationship Type="http://schemas.openxmlformats.org/officeDocument/2006/relationships/image" Target="/ppt/media/image8.png" Id="Rd98d92b71e644ced" /><Relationship Type="http://schemas.openxmlformats.org/officeDocument/2006/relationships/image" Target="/ppt/media/image9.png" Id="R50e165e832374cee" /><Relationship Type="http://schemas.openxmlformats.org/officeDocument/2006/relationships/image" Target="/ppt/media/image10.png" Id="R0ddafb85c9394916" /><Relationship Type="http://schemas.openxmlformats.org/officeDocument/2006/relationships/image" Target="/ppt/media/image11.png" Id="Rab8bdb1b1b124798" /><Relationship Type="http://schemas.openxmlformats.org/officeDocument/2006/relationships/image" Target="/ppt/media/image12.png" Id="Rbe4bb846f4384042" /><Relationship Type="http://schemas.openxmlformats.org/officeDocument/2006/relationships/image" Target="/ppt/media/image13.png" Id="R7a158b1ea5f24943" /><Relationship Type="http://schemas.openxmlformats.org/officeDocument/2006/relationships/notesSlide" Target="/ppt/notesSlides/notesSlide2.xml" Id="R20440368f6974b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966db04384daf" /><Relationship Type="http://schemas.openxmlformats.org/officeDocument/2006/relationships/image" Target="/ppt/media/image6.png" Id="Rce17840604084d73" /><Relationship Type="http://schemas.openxmlformats.org/officeDocument/2006/relationships/image" Target="/ppt/media/image7.png" Id="R94d8a25960b34999" /><Relationship Type="http://schemas.openxmlformats.org/officeDocument/2006/relationships/image" Target="/ppt/media/image14.png" Id="R52a0496ff8cf44ca" /><Relationship Type="http://schemas.openxmlformats.org/officeDocument/2006/relationships/image" Target="/ppt/media/image15.png" Id="Rf1f8e843011c4269" /><Relationship Type="http://schemas.openxmlformats.org/officeDocument/2006/relationships/image" Target="/ppt/media/image16.png" Id="Rd019a43ad2aa492e" /><Relationship Type="http://schemas.openxmlformats.org/officeDocument/2006/relationships/image" Target="/ppt/media/image17.png" Id="Rdd737d923e1e4c7d" /><Relationship Type="http://schemas.openxmlformats.org/officeDocument/2006/relationships/image" Target="/ppt/media/image18.png" Id="Rd270a5766a8d42ce" /><Relationship Type="http://schemas.openxmlformats.org/officeDocument/2006/relationships/image" Target="/ppt/media/image19.png" Id="Ra2906d26fc3a44a6" /><Relationship Type="http://schemas.openxmlformats.org/officeDocument/2006/relationships/notesSlide" Target="/ppt/notesSlides/notesSlide3.xml" Id="R93cf9b7f38f446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209832c06492d" /><Relationship Type="http://schemas.openxmlformats.org/officeDocument/2006/relationships/image" Target="/ppt/media/image.png" Id="Rb6952df4bac14521" /><Relationship Type="http://schemas.openxmlformats.org/officeDocument/2006/relationships/image" Target="/ppt/media/image20.png" Id="Re0270068317a4060" /><Relationship Type="http://schemas.openxmlformats.org/officeDocument/2006/relationships/image" Target="/ppt/media/image3.png" Id="R46956109100b4902" /><Relationship Type="http://schemas.openxmlformats.org/officeDocument/2006/relationships/image" Target="/ppt/media/image21.png" Id="Rc6a4b4ba459347c0" /><Relationship Type="http://schemas.openxmlformats.org/officeDocument/2006/relationships/notesSlide" Target="/ppt/notesSlides/notesSlide4.xml" Id="R5f14694227aa4d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3b898be884bf0" /><Relationship Type="http://schemas.openxmlformats.org/officeDocument/2006/relationships/image" Target="/ppt/media/image6.png" Id="R76d65caaa6c14d75" /><Relationship Type="http://schemas.openxmlformats.org/officeDocument/2006/relationships/image" Target="/ppt/media/image7.png" Id="R9de98eac4aec4aa7" /><Relationship Type="http://schemas.openxmlformats.org/officeDocument/2006/relationships/image" Target="/ppt/media/image22.png" Id="Rfa6db29a1b174c8a" /><Relationship Type="http://schemas.openxmlformats.org/officeDocument/2006/relationships/image" Target="/ppt/media/image23.png" Id="Rac945f2283544164" /><Relationship Type="http://schemas.openxmlformats.org/officeDocument/2006/relationships/image" Target="/ppt/media/image24.png" Id="R3edc6109e08c4e1d" /><Relationship Type="http://schemas.openxmlformats.org/officeDocument/2006/relationships/image" Target="/ppt/media/image25.png" Id="Rfa4677973cfa494c" /><Relationship Type="http://schemas.openxmlformats.org/officeDocument/2006/relationships/image" Target="/ppt/media/image26.png" Id="R1437bc5731b54d3c" /><Relationship Type="http://schemas.openxmlformats.org/officeDocument/2006/relationships/image" Target="/ppt/media/image27.png" Id="Rfdf360fdbc67489e" /><Relationship Type="http://schemas.openxmlformats.org/officeDocument/2006/relationships/image" Target="/ppt/media/image28.png" Id="R696350f0a85944ea" /><Relationship Type="http://schemas.openxmlformats.org/officeDocument/2006/relationships/notesSlide" Target="/ppt/notesSlides/notesSlide5.xml" Id="Ra1048797fdb04c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c60b635f04af5" /><Relationship Type="http://schemas.openxmlformats.org/officeDocument/2006/relationships/image" Target="/ppt/media/image6.png" Id="Rf16e97aa7c054e76" /><Relationship Type="http://schemas.openxmlformats.org/officeDocument/2006/relationships/image" Target="/ppt/media/image7.png" Id="R3623325157994208" /><Relationship Type="http://schemas.openxmlformats.org/officeDocument/2006/relationships/image" Target="/ppt/media/image29.png" Id="R581853ffa03f4673" /><Relationship Type="http://schemas.openxmlformats.org/officeDocument/2006/relationships/image" Target="/ppt/media/image30.png" Id="Rb6e6374a03024ea5" /><Relationship Type="http://schemas.openxmlformats.org/officeDocument/2006/relationships/image" Target="/ppt/media/image31.png" Id="Re74bd002b9b644d4" /><Relationship Type="http://schemas.openxmlformats.org/officeDocument/2006/relationships/image" Target="/ppt/media/image32.png" Id="Rf089d35504504ec2" /><Relationship Type="http://schemas.openxmlformats.org/officeDocument/2006/relationships/image" Target="/ppt/media/image33.png" Id="R9eccd6842c9948c3" /><Relationship Type="http://schemas.openxmlformats.org/officeDocument/2006/relationships/image" Target="/ppt/media/image34.png" Id="R566ac72f770148cc" /><Relationship Type="http://schemas.openxmlformats.org/officeDocument/2006/relationships/notesSlide" Target="/ppt/notesSlides/notesSlide6.xml" Id="R0f30bbae901141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1e108229848d8" /><Relationship Type="http://schemas.openxmlformats.org/officeDocument/2006/relationships/image" Target="/ppt/media/image6.png" Id="R230680ed35e84043" /><Relationship Type="http://schemas.openxmlformats.org/officeDocument/2006/relationships/image" Target="/ppt/media/image7.png" Id="R9cc1e7c965dc4d31" /><Relationship Type="http://schemas.openxmlformats.org/officeDocument/2006/relationships/image" Target="/ppt/media/image35.png" Id="R83a6e0334e364f5c" /><Relationship Type="http://schemas.openxmlformats.org/officeDocument/2006/relationships/image" Target="/ppt/media/image36.png" Id="Rff335a9a79e14397" /><Relationship Type="http://schemas.openxmlformats.org/officeDocument/2006/relationships/image" Target="/ppt/media/image37.png" Id="Re64e9c6e84c74188" /><Relationship Type="http://schemas.openxmlformats.org/officeDocument/2006/relationships/notesSlide" Target="/ppt/notesSlides/notesSlide7.xml" Id="R1581d655679d44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827586bea4cf6" /><Relationship Type="http://schemas.openxmlformats.org/officeDocument/2006/relationships/image" Target="/ppt/media/image.png" Id="Rc26f0e21abe4435d" /><Relationship Type="http://schemas.openxmlformats.org/officeDocument/2006/relationships/image" Target="/ppt/media/image38.png" Id="Rc283be47624f452e" /><Relationship Type="http://schemas.openxmlformats.org/officeDocument/2006/relationships/image" Target="/ppt/media/image3.png" Id="R17d8fb6c0003418b" /><Relationship Type="http://schemas.openxmlformats.org/officeDocument/2006/relationships/image" Target="/ppt/media/image39.png" Id="R58199dc0818645dd" /><Relationship Type="http://schemas.openxmlformats.org/officeDocument/2006/relationships/notesSlide" Target="/ppt/notesSlides/notesSlide8.xml" Id="R9832a1fa354d4c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f87ee75674c89" /><Relationship Type="http://schemas.openxmlformats.org/officeDocument/2006/relationships/image" Target="/ppt/media/image6.png" Id="R6405692077e54180" /><Relationship Type="http://schemas.openxmlformats.org/officeDocument/2006/relationships/image" Target="/ppt/media/image7.png" Id="Rea963cf341ea457b" /><Relationship Type="http://schemas.openxmlformats.org/officeDocument/2006/relationships/image" Target="/ppt/media/image40.png" Id="Rcc67781d36614d2b" /><Relationship Type="http://schemas.openxmlformats.org/officeDocument/2006/relationships/image" Target="/ppt/media/image41.png" Id="Rd5b18bf280404914" /><Relationship Type="http://schemas.openxmlformats.org/officeDocument/2006/relationships/image" Target="/ppt/media/image42.png" Id="R9312890d19b2430d" /><Relationship Type="http://schemas.openxmlformats.org/officeDocument/2006/relationships/image" Target="/ppt/media/image43.png" Id="Rc7eb9f0934504831" /><Relationship Type="http://schemas.openxmlformats.org/officeDocument/2006/relationships/image" Target="/ppt/media/image44.png" Id="Ra03a6f9b5d454048" /><Relationship Type="http://schemas.openxmlformats.org/officeDocument/2006/relationships/image" Target="/ppt/media/image45.png" Id="R15d16f57023a45a2" /><Relationship Type="http://schemas.openxmlformats.org/officeDocument/2006/relationships/image" Target="/ppt/media/image46.png" Id="R3d2b449ad4aa4462" /><Relationship Type="http://schemas.openxmlformats.org/officeDocument/2006/relationships/image" Target="/ppt/media/image47.png" Id="R35bffdda55824def" /><Relationship Type="http://schemas.openxmlformats.org/officeDocument/2006/relationships/notesSlide" Target="/ppt/notesSlides/notesSlide9.xml" Id="Rfe2d75a8848c4f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2bbf147894c7d" /><Relationship Type="http://schemas.openxmlformats.org/officeDocument/2006/relationships/image" Target="/ppt/media/image6.png" Id="Rfefef8d00a434d52" /><Relationship Type="http://schemas.openxmlformats.org/officeDocument/2006/relationships/image" Target="/ppt/media/image7.png" Id="R0467944065d84ebc" /><Relationship Type="http://schemas.openxmlformats.org/officeDocument/2006/relationships/image" Target="/ppt/media/image48.png" Id="R42f5991bedd44e16" /><Relationship Type="http://schemas.openxmlformats.org/officeDocument/2006/relationships/image" Target="/ppt/media/image49.png" Id="R2d13a319ca914a37" /><Relationship Type="http://schemas.openxmlformats.org/officeDocument/2006/relationships/image" Target="/ppt/media/image50.png" Id="R440ec9d839b14c2f" /><Relationship Type="http://schemas.openxmlformats.org/officeDocument/2006/relationships/image" Target="/ppt/media/image51.png" Id="R4652d7460fa444ee" /><Relationship Type="http://schemas.openxmlformats.org/officeDocument/2006/relationships/image" Target="/ppt/media/image52.png" Id="Ra98a511848924b48" /><Relationship Type="http://schemas.openxmlformats.org/officeDocument/2006/relationships/image" Target="/ppt/media/image53.png" Id="Rdde90f2dc32348a1" /><Relationship Type="http://schemas.openxmlformats.org/officeDocument/2006/relationships/image" Target="/ppt/media/image54.png" Id="R300446272bcf4940" /><Relationship Type="http://schemas.openxmlformats.org/officeDocument/2006/relationships/image" Target="/ppt/media/image55.png" Id="R9fc102c4c97d4752" /><Relationship Type="http://schemas.openxmlformats.org/officeDocument/2006/relationships/image" Target="/ppt/media/image56.png" Id="Rde2f5e04d4904021" /><Relationship Type="http://schemas.openxmlformats.org/officeDocument/2006/relationships/notesSlide" Target="/ppt/notesSlides/notesSlide10.xml" Id="Rc7fa795731434f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5600195394b03" /><Relationship Type="http://schemas.openxmlformats.org/officeDocument/2006/relationships/image" Target="/ppt/media/image6.png" Id="R4c68d65dfb5e4475" /><Relationship Type="http://schemas.openxmlformats.org/officeDocument/2006/relationships/image" Target="/ppt/media/image53.png" Id="R8626b3d363f84756" /><Relationship Type="http://schemas.openxmlformats.org/officeDocument/2006/relationships/image" Target="/ppt/media/image7.png" Id="R36e5a84230d04451" /><Relationship Type="http://schemas.openxmlformats.org/officeDocument/2006/relationships/image" Target="/ppt/media/image48.png" Id="Rdc47f56c474e42eb" /><Relationship Type="http://schemas.openxmlformats.org/officeDocument/2006/relationships/image" Target="/ppt/media/image57.png" Id="R5d91feda9fde4bf9" /><Relationship Type="http://schemas.openxmlformats.org/officeDocument/2006/relationships/notesSlide" Target="/ppt/notesSlides/notesSlide11.xml" Id="R1b407039ae834c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a3d4b86ae4720" /><Relationship Type="http://schemas.openxmlformats.org/officeDocument/2006/relationships/image" Target="/ppt/media/image.png" Id="Rafe5546deed34ba1" /><Relationship Type="http://schemas.openxmlformats.org/officeDocument/2006/relationships/image" Target="/ppt/media/image2.png" Id="R581737612b654c23" /><Relationship Type="http://schemas.openxmlformats.org/officeDocument/2006/relationships/image" Target="/ppt/media/image3.png" Id="Rea13b138ac7645c6" /><Relationship Type="http://schemas.openxmlformats.org/officeDocument/2006/relationships/image" Target="/ppt/media/image58.png" Id="Rfb4c731b30034f12" /><Relationship Type="http://schemas.openxmlformats.org/officeDocument/2006/relationships/notesSlide" Target="/ppt/notesSlides/notesSlide12.xml" Id="R449a336776d244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c29b050b94cee" /><Relationship Type="http://schemas.openxmlformats.org/officeDocument/2006/relationships/image" Target="/ppt/media/image6.png" Id="R77bea085e1ad4aea" /><Relationship Type="http://schemas.openxmlformats.org/officeDocument/2006/relationships/image" Target="/ppt/media/image7.png" Id="R0a8cc2946d6d4b40" /><Relationship Type="http://schemas.openxmlformats.org/officeDocument/2006/relationships/image" Target="/ppt/media/image59.png" Id="R47007df36c08437b" /><Relationship Type="http://schemas.openxmlformats.org/officeDocument/2006/relationships/image" Target="/ppt/media/image60.png" Id="Rf3c2e1996a5747d0" /><Relationship Type="http://schemas.openxmlformats.org/officeDocument/2006/relationships/image" Target="/ppt/media/image32.png" Id="R1d673f04776f472e" /><Relationship Type="http://schemas.openxmlformats.org/officeDocument/2006/relationships/image" Target="/ppt/media/image61.png" Id="Rd74ae129d34f411b" /><Relationship Type="http://schemas.openxmlformats.org/officeDocument/2006/relationships/image" Target="/ppt/media/image34.png" Id="R7e7f46a9bf3947ab" /><Relationship Type="http://schemas.openxmlformats.org/officeDocument/2006/relationships/image" Target="/ppt/media/image62.png" Id="R08dda26abfbb485d" /><Relationship Type="http://schemas.openxmlformats.org/officeDocument/2006/relationships/image" Target="/ppt/media/image63.png" Id="Rc12e7538c12f406b" /><Relationship Type="http://schemas.openxmlformats.org/officeDocument/2006/relationships/image" Target="/ppt/media/image64.png" Id="R84ca3918765a4636" /><Relationship Type="http://schemas.openxmlformats.org/officeDocument/2006/relationships/image" Target="/ppt/media/image65.png" Id="R3525442027cd408f" /><Relationship Type="http://schemas.openxmlformats.org/officeDocument/2006/relationships/image" Target="/ppt/media/image66.png" Id="R27efda81bfb84674" /><Relationship Type="http://schemas.openxmlformats.org/officeDocument/2006/relationships/image" Target="/ppt/media/image67.png" Id="Rb7839e4d90fa4efc" /><Relationship Type="http://schemas.openxmlformats.org/officeDocument/2006/relationships/image" Target="/ppt/media/image68.png" Id="Rb04c91795980492c" /><Relationship Type="http://schemas.openxmlformats.org/officeDocument/2006/relationships/image" Target="/ppt/media/image69.png" Id="Rc5efbc498e7346ff" /><Relationship Type="http://schemas.openxmlformats.org/officeDocument/2006/relationships/image" Target="/ppt/media/image70.png" Id="Rc2a13347f7714282" /><Relationship Type="http://schemas.openxmlformats.org/officeDocument/2006/relationships/notesSlide" Target="/ppt/notesSlides/notesSlide13.xml" Id="R696d2be0c57a4c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b7e46ea814912" /><Relationship Type="http://schemas.openxmlformats.org/officeDocument/2006/relationships/image" Target="/ppt/media/image6.png" Id="R0a1a6c97f482470a" /><Relationship Type="http://schemas.openxmlformats.org/officeDocument/2006/relationships/image" Target="/ppt/media/image7.png" Id="Rf297e9b1641447a0" /><Relationship Type="http://schemas.openxmlformats.org/officeDocument/2006/relationships/image" Target="/ppt/media/image29.png" Id="Rcab9538b32f5451a" /><Relationship Type="http://schemas.openxmlformats.org/officeDocument/2006/relationships/image" Target="/ppt/media/image71.png" Id="Ra4b1077c15794ac0" /><Relationship Type="http://schemas.openxmlformats.org/officeDocument/2006/relationships/image" Target="/ppt/media/image72.png" Id="R85943a8bfd7c444d" /><Relationship Type="http://schemas.openxmlformats.org/officeDocument/2006/relationships/image" Target="/ppt/media/image73.png" Id="R916d55e29ac94f63" /><Relationship Type="http://schemas.openxmlformats.org/officeDocument/2006/relationships/image" Target="/ppt/media/image74.png" Id="Re6caa790eea940fd" /><Relationship Type="http://schemas.openxmlformats.org/officeDocument/2006/relationships/image" Target="/ppt/media/image75.png" Id="R761cb7e3dc3a454c" /><Relationship Type="http://schemas.openxmlformats.org/officeDocument/2006/relationships/notesSlide" Target="/ppt/notesSlides/notesSlide14.xml" Id="Re6633db3e7ca45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1571ac8974067" /><Relationship Type="http://schemas.openxmlformats.org/officeDocument/2006/relationships/image" Target="/ppt/media/image6.png" Id="Rd9083b39e7944b00" /><Relationship Type="http://schemas.openxmlformats.org/officeDocument/2006/relationships/image" Target="/ppt/media/image7.png" Id="R10e2b200ddd3426d" /><Relationship Type="http://schemas.openxmlformats.org/officeDocument/2006/relationships/image" Target="/ppt/media/image76.png" Id="Rd78f7018379a4421" /><Relationship Type="http://schemas.openxmlformats.org/officeDocument/2006/relationships/image" Target="/ppt/media/image77.png" Id="Rbede7f6c82de4ecd" /><Relationship Type="http://schemas.openxmlformats.org/officeDocument/2006/relationships/image" Target="/ppt/media/image78.png" Id="Raaf98d5c54224ef0" /><Relationship Type="http://schemas.openxmlformats.org/officeDocument/2006/relationships/image" Target="/ppt/media/image79.png" Id="Rb6608216abdc42e7" /><Relationship Type="http://schemas.openxmlformats.org/officeDocument/2006/relationships/image" Target="/ppt/media/image80.png" Id="Rca6fb34ed8544647" /><Relationship Type="http://schemas.openxmlformats.org/officeDocument/2006/relationships/image" Target="/ppt/media/image81.png" Id="R4221c7b378cc4867" /><Relationship Type="http://schemas.openxmlformats.org/officeDocument/2006/relationships/image" Target="/ppt/media/image82.png" Id="Rcbcfc5c095c948ac" /><Relationship Type="http://schemas.openxmlformats.org/officeDocument/2006/relationships/image" Target="/ppt/media/image83.png" Id="R7f7b80a25dfd46b1" /><Relationship Type="http://schemas.openxmlformats.org/officeDocument/2006/relationships/notesSlide" Target="/ppt/notesSlides/notesSlide15.xml" Id="R7760561698f54bd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bde23a26347ca" /><Relationship Type="http://schemas.openxmlformats.org/officeDocument/2006/relationships/image" Target="/ppt/media/image.png" Id="R5b48a80aca014b7c" /><Relationship Type="http://schemas.openxmlformats.org/officeDocument/2006/relationships/image" Target="/ppt/media/image2.png" Id="R3fd8844cd4924004" /><Relationship Type="http://schemas.openxmlformats.org/officeDocument/2006/relationships/image" Target="/ppt/media/image3.png" Id="Rf17d994c21b949af" /><Relationship Type="http://schemas.openxmlformats.org/officeDocument/2006/relationships/image" Target="/ppt/media/image84.png" Id="R2e5d9291dd734c92" /><Relationship Type="http://schemas.openxmlformats.org/officeDocument/2006/relationships/notesSlide" Target="/ppt/notesSlides/notesSlide16.xml" Id="R8f1c4433509847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18e35176c4356" /><Relationship Type="http://schemas.openxmlformats.org/officeDocument/2006/relationships/image" Target="/ppt/media/image6.png" Id="R508c65cd8bb8491b" /><Relationship Type="http://schemas.openxmlformats.org/officeDocument/2006/relationships/image" Target="/ppt/media/image7.png" Id="R07d0236b80544497" /><Relationship Type="http://schemas.openxmlformats.org/officeDocument/2006/relationships/image" Target="/ppt/media/image85.png" Id="Rdcadfeb6b8994a65" /><Relationship Type="http://schemas.openxmlformats.org/officeDocument/2006/relationships/image" Target="/ppt/media/image86.png" Id="R4c8f18363cd64f42" /><Relationship Type="http://schemas.openxmlformats.org/officeDocument/2006/relationships/image" Target="/ppt/media/image87.png" Id="R1cf522c1ebfb480a" /><Relationship Type="http://schemas.openxmlformats.org/officeDocument/2006/relationships/image" Target="/ppt/media/image88.png" Id="Rb902f638984c465e" /><Relationship Type="http://schemas.openxmlformats.org/officeDocument/2006/relationships/image" Target="/ppt/media/image89.png" Id="Rf279367161f24ce1" /><Relationship Type="http://schemas.openxmlformats.org/officeDocument/2006/relationships/image" Target="/ppt/media/image13.png" Id="Rbce9dbe4e0fb4428" /><Relationship Type="http://schemas.openxmlformats.org/officeDocument/2006/relationships/notesSlide" Target="/ppt/notesSlides/notesSlide17.xml" Id="Rd262922e88ae4ba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3" name="Google Shape;8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8bf700e049444b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" name="Google Shape;85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f95db5f5784ef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" name="Google Shape;86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70ff1a39b942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5800725"/>
            <a:ext cx="106680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6" name="Google Shape;87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9deca32e1740f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28800" y="4205287"/>
            <a:ext cx="8534400" cy="619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7" name="Google Shape;8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e8bde35c3e4f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81550" y="1738312"/>
            <a:ext cx="26289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9" name="Google Shape;89;p13">
            <a:extLst xmlns:a="http://schemas.openxmlformats.org/drawingml/2006/main">
              <a:ext uri="{FF2B5EF4-FFF2-40B4-BE49-F238E27FC236}">
                <a16:creationId xmlns:a16="http://schemas.microsoft.com/office/drawing/2014/main" id="{8F156B0B-2391-49E6-BAFE-6B208D39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594" y="2252662"/>
            <a:ext cx="6490811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50" b="0" i="0" u="non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</a:rPr>
              <a:t>QSMS Rework &amp; Document</a:t>
            </a:r>
            <a:br/>
            <a:r>
              <a:rPr sz="3750" b="0" i="0" u="non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</a:rPr>
              <a:t> Intelligence Portal</a:t>
            </a:r>
            <a:endParaRPr/>
          </a:p>
        </p:txBody>
      </p:sp>
      <p:sp>
        <p:nvSpPr>
          <p:cNvPr id="90" name="Google Shape;90;p13">
            <a:extLst xmlns:a="http://schemas.openxmlformats.org/drawingml/2006/main">
              <a:ext uri="{FF2B5EF4-FFF2-40B4-BE49-F238E27FC236}">
                <a16:creationId xmlns:a16="http://schemas.microsoft.com/office/drawing/2014/main" id="{26D4864F-0AAD-4317-AA6F-A99FD8EC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12" y="3538537"/>
            <a:ext cx="551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B1D3B9"/>
                </a:solidFill>
                <a:latin typeface="Sarabun Light"/>
                <a:ea typeface="Sarabun Light"/>
                <a:cs typeface="Sarabun Light"/>
              </a:rPr>
              <a:t>ระบบจัดการงานคุณภาพ เอกสารวิศวกรรม และการค้นหาความรู้ด้วย AI</a:t>
            </a:r>
            <a:endParaRPr/>
          </a:p>
        </p:txBody>
      </p:sp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79DA7001-9907-443F-995D-5A8698B2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95312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SLIDE 01 / 1</a:t>
            </a:r>
            <a:r>
              <a:rPr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D564E1FA-8BEC-4067-8345-62AEE1A7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00562"/>
            <a:ext cx="202644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Framework Core </a:t>
            </a:r>
            <a:r>
              <a:rPr sz="1200" b="0" i="0" u="none" cap="none">
                <a:solidFill>
                  <a:srgbClr val="FFFFFF"/>
                </a:solidFill>
                <a:latin typeface="Sarabun Medium"/>
                <a:ea typeface="Sarabun Medium"/>
                <a:cs typeface="Sarabun Medium"/>
              </a:rPr>
              <a:t>Next.js + React</a:t>
            </a:r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47CE6501-D874-4ABC-9236-A4BE1598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118" y="4500562"/>
            <a:ext cx="202644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Storage &amp; Auth Boundary </a:t>
            </a:r>
            <a:r>
              <a:rPr sz="1200" b="0" i="0" u="none" cap="none">
                <a:solidFill>
                  <a:srgbClr val="FFFFFF"/>
                </a:solidFill>
                <a:latin typeface="Sarabun Medium"/>
                <a:ea typeface="Sarabun Medium"/>
                <a:cs typeface="Sarabun Medium"/>
              </a:rPr>
              <a:t>Supabase Database &amp; Storage</a:t>
            </a:r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E7475487-D25B-41BE-806C-BD545075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437" y="4500562"/>
            <a:ext cx="202644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AI Model Core </a:t>
            </a:r>
            <a:r>
              <a:rPr sz="1200" b="0" i="0" u="none" cap="none">
                <a:solidFill>
                  <a:srgbClr val="FFFFFF"/>
                </a:solidFill>
                <a:latin typeface="Sarabun Medium"/>
                <a:ea typeface="Sarabun Medium"/>
                <a:cs typeface="Sarabun Medium"/>
              </a:rPr>
              <a:t>Gemini Doc Intelligence + RAG</a:t>
            </a:r>
            <a:endParaRPr/>
          </a:p>
        </p:txBody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21E3D0B3-C317-4FD7-9700-AA804DFC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756" y="4500562"/>
            <a:ext cx="202644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Key Modules </a:t>
            </a:r>
            <a:r>
              <a:rPr sz="1200" b="0" i="0" u="none" cap="none">
                <a:solidFill>
                  <a:srgbClr val="FFFFFF"/>
                </a:solidFill>
                <a:latin typeface="Sarabun Medium"/>
                <a:ea typeface="Sarabun Medium"/>
                <a:cs typeface="Sarabun Medium"/>
              </a:rPr>
              <a:t>Rework, Storage, RAG, Guide</a:t>
            </a:r>
            <a:endParaRPr/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978E759C-D3DF-42D6-A81C-F8DBA11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646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BDA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5A89483C-C300-47B0-A164-7A64B38A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8735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6F2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5" name="Google Shape;102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30d30a7ce4494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6" name="Google Shape;103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6c3f72af8f4af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6086475"/>
            <a:ext cx="108585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7" name="Google Shape;10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8d92b71e644ce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2084189"/>
            <a:ext cx="5310187" cy="31182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05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e165e832374ce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15062" y="2084189"/>
            <a:ext cx="5310187" cy="31182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6" name="Google Shape;106;p14">
            <a:extLst xmlns:a="http://schemas.openxmlformats.org/drawingml/2006/main">
              <a:ext uri="{FF2B5EF4-FFF2-40B4-BE49-F238E27FC236}">
                <a16:creationId xmlns:a16="http://schemas.microsoft.com/office/drawing/2014/main" id="{206CBD8C-8AF3-4E48-9CE1-B2A22A61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73" y="476250"/>
            <a:ext cx="1104450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ที่มา ความสำคัญ และเป้าหมายโครงการ</a:t>
            </a:r>
            <a:endParaRPr/>
          </a:p>
        </p:txBody>
      </p:sp>
      <p:sp>
        <p:nvSpPr>
          <p:cNvPr id="107" name="Google Shape;107;p14">
            <a:extLst xmlns:a="http://schemas.openxmlformats.org/drawingml/2006/main">
              <a:ext uri="{FF2B5EF4-FFF2-40B4-BE49-F238E27FC236}">
                <a16:creationId xmlns:a16="http://schemas.microsoft.com/office/drawing/2014/main" id="{390B9C3A-90B5-4B32-A425-4B6726D5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1" name="Google Shape;10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dafb85c939491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557212"/>
            <a:ext cx="225623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" name="Google Shape;109;p14">
            <a:extLst xmlns:a="http://schemas.openxmlformats.org/drawingml/2006/main">
              <a:ext uri="{FF2B5EF4-FFF2-40B4-BE49-F238E27FC236}">
                <a16:creationId xmlns:a16="http://schemas.microsoft.com/office/drawing/2014/main" id="{417F402C-502D-46DA-8117-27D58FB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SLIDE 02 /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110" name="Google Shape;110;p14">
            <a:extLst xmlns:a="http://schemas.openxmlformats.org/drawingml/2006/main">
              <a:ext uri="{FF2B5EF4-FFF2-40B4-BE49-F238E27FC236}">
                <a16:creationId xmlns:a16="http://schemas.microsoft.com/office/drawing/2014/main" id="{6B8813F1-FA72-4F0F-9912-490AFAF0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221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14">
            <a:extLst xmlns:a="http://schemas.openxmlformats.org/drawingml/2006/main">
              <a:ext uri="{FF2B5EF4-FFF2-40B4-BE49-F238E27FC236}">
                <a16:creationId xmlns:a16="http://schemas.microsoft.com/office/drawing/2014/main" id="{28B25B8B-BD1E-4977-B28F-46302D93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  <p:sp>
        <p:nvSpPr>
          <p:cNvPr id="112" name="Google Shape;112;p14">
            <a:extLst xmlns:a="http://schemas.openxmlformats.org/drawingml/2006/main">
              <a:ext uri="{FF2B5EF4-FFF2-40B4-BE49-F238E27FC236}">
                <a16:creationId xmlns:a16="http://schemas.microsoft.com/office/drawing/2014/main" id="{A4F51E19-755B-4D80-AF29-862A664C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27139"/>
            <a:ext cx="4795837" cy="66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7" b="0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พัฒนาระบบ QSMS (Quality and Safety Management System) เพื่อปฏิรูปกระบวนการทำงานแบบดั้งเดิมไปสู่ระบบดิจิทัล (Digitization) ยกระดับประสิทธิภาพการบันทึกงาน และความโปร่งใสในข้อมูลเพื่อการวิเคราะห์ทางวิศวกรรม</a:t>
            </a:r>
            <a:endParaRPr/>
          </a:p>
        </p:txBody>
      </p:sp>
      <p:sp>
        <p:nvSpPr>
          <p:cNvPr id="113" name="Google Shape;113;p14">
            <a:extLst xmlns:a="http://schemas.openxmlformats.org/drawingml/2006/main">
              <a:ext uri="{FF2B5EF4-FFF2-40B4-BE49-F238E27FC236}">
                <a16:creationId xmlns:a16="http://schemas.microsoft.com/office/drawing/2014/main" id="{581709B4-AF3A-4A5C-85FE-89BC3CF5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287" y="2827139"/>
            <a:ext cx="4795837" cy="441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7" b="0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สร้างศูนย์กลางการทำงานที่มีประสิทธิภาพในการตามรอย ประเมินมูลค่า และลดภาระงานผ่านปัญญาประดิษฐ์อัจฉริยะ:</a:t>
            </a:r>
            <a:endParaRPr/>
          </a:p>
        </p:txBody>
      </p:sp>
      <p:pic>
        <p:nvPicPr>
          <p:cNvPr id="147" name="Google Shape;11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8bdb1b1b12479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2975" y="2322314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5" name="Google Shape;115;p14">
            <a:extLst xmlns:a="http://schemas.openxmlformats.org/drawingml/2006/main">
              <a:ext uri="{FF2B5EF4-FFF2-40B4-BE49-F238E27FC236}">
                <a16:creationId xmlns:a16="http://schemas.microsoft.com/office/drawing/2014/main" id="{666F46C9-5FD4-431B-992D-B88C0D78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88989"/>
            <a:ext cx="2447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ที่มาและความสำคัญ (Background)</a:t>
            </a:r>
            <a:endParaRPr/>
          </a:p>
        </p:txBody>
      </p:sp>
      <p:sp>
        <p:nvSpPr>
          <p:cNvPr id="116" name="Google Shape;116;p14">
            <a:extLst xmlns:a="http://schemas.openxmlformats.org/drawingml/2006/main">
              <a:ext uri="{FF2B5EF4-FFF2-40B4-BE49-F238E27FC236}">
                <a16:creationId xmlns:a16="http://schemas.microsoft.com/office/drawing/2014/main" id="{4CE82343-98D5-4833-B19E-1F198C7F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99271"/>
            <a:ext cx="4567237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ปรับเปลี่ยนระบบการทำงานไปสู่โครงสร้างฐานข้อมูลที่มีสัญญาสิทธิ์ชัดเจน</a:t>
            </a:r>
            <a:endParaRPr/>
          </a:p>
        </p:txBody>
      </p:sp>
      <p:sp>
        <p:nvSpPr>
          <p:cNvPr id="117" name="Google Shape;117;p14">
            <a:extLst xmlns:a="http://schemas.openxmlformats.org/drawingml/2006/main">
              <a:ext uri="{FF2B5EF4-FFF2-40B4-BE49-F238E27FC236}">
                <a16:creationId xmlns:a16="http://schemas.microsoft.com/office/drawing/2014/main" id="{0C94B6F7-5377-4DE8-BC5A-A1CFA181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994546"/>
            <a:ext cx="4567237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สกัดสารสนเทศจากข้อมูลเพื่อใช้ในการวิเคราะห์และจัดทำรายงาน</a:t>
            </a:r>
            <a:endParaRPr/>
          </a:p>
        </p:txBody>
      </p:sp>
      <p:pic>
        <p:nvPicPr>
          <p:cNvPr id="151" name="Google Shape;11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4bb846f43840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91287" y="2322314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9" name="Google Shape;119;p14">
            <a:extLst xmlns:a="http://schemas.openxmlformats.org/drawingml/2006/main">
              <a:ext uri="{FF2B5EF4-FFF2-40B4-BE49-F238E27FC236}">
                <a16:creationId xmlns:a16="http://schemas.microsoft.com/office/drawing/2014/main" id="{CBDBC2F0-A7B1-4591-88C7-451EAF8D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7" y="2388989"/>
            <a:ext cx="3209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เป้าหมายหลักของโครงงาน (Core Objectives)</a:t>
            </a:r>
            <a:endParaRPr/>
          </a:p>
        </p:txBody>
      </p:sp>
      <p:sp>
        <p:nvSpPr>
          <p:cNvPr id="120" name="Google Shape;120;p14">
            <a:extLst xmlns:a="http://schemas.openxmlformats.org/drawingml/2006/main">
              <a:ext uri="{FF2B5EF4-FFF2-40B4-BE49-F238E27FC236}">
                <a16:creationId xmlns:a16="http://schemas.microsoft.com/office/drawing/2014/main" id="{12F5E46C-7637-4E2D-99D6-93AF1F9C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887" y="3478410"/>
            <a:ext cx="456723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Centralized Tracking:</a:t>
            </a:r>
            <a:r>
              <a:rPr sz="1050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 สร้างศูนย์กลางการบันทึก แจ้งเตือน และตรวจสอบสถานะงาน</a:t>
            </a:r>
            <a:endParaRPr/>
          </a:p>
        </p:txBody>
      </p:sp>
      <p:sp>
        <p:nvSpPr>
          <p:cNvPr id="121" name="Google Shape;121;p14">
            <a:extLst xmlns:a="http://schemas.openxmlformats.org/drawingml/2006/main">
              <a:ext uri="{FF2B5EF4-FFF2-40B4-BE49-F238E27FC236}">
                <a16:creationId xmlns:a16="http://schemas.microsoft.com/office/drawing/2014/main" id="{4181E89A-597C-4781-8755-17BC098B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887" y="3973710"/>
            <a:ext cx="456723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Cost Visibility: รองรับการบันทึกต้นทุนและชั่วโมงแรงงานเพื่อการตรวจสอบ</a:t>
            </a:r>
            <a:endParaRPr/>
          </a:p>
        </p:txBody>
      </p:sp>
      <p:sp>
        <p:nvSpPr>
          <p:cNvPr id="122" name="Google Shape;122;p14">
            <a:extLst xmlns:a="http://schemas.openxmlformats.org/drawingml/2006/main">
              <a:ext uri="{FF2B5EF4-FFF2-40B4-BE49-F238E27FC236}">
                <a16:creationId xmlns:a16="http://schemas.microsoft.com/office/drawing/2014/main" id="{23D5FB4E-CDE9-4B05-84BD-44E82B52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887" y="4469010"/>
            <a:ext cx="456723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AI Assistance: ช่วยสกัดข้อมูลจากเอกสาร โดยให้ผู้ใช้ตรวจทานก่อนบันทึก</a:t>
            </a:r>
            <a:endParaRPr/>
          </a:p>
        </p:txBody>
      </p:sp>
      <p:pic>
        <p:nvPicPr>
          <p:cNvPr id="156" name="Google Shape;123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158b1ea5f249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2975" y="3718321"/>
            <a:ext cx="13335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2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158b1ea5f249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2975" y="4013596"/>
            <a:ext cx="13335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8" name="Google Shape;125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158b1ea5f249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91287" y="3497460"/>
            <a:ext cx="13335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9" name="Google Shape;126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158b1ea5f249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91287" y="3992760"/>
            <a:ext cx="13335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0" name="Google Shape;127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158b1ea5f249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91287" y="4488060"/>
            <a:ext cx="13335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439693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6F2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1" name="Google Shape;132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17840604084d7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2" name="Google Shape;133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d8a25960b349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6086475"/>
            <a:ext cx="108585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3" name="Google Shape;134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a0496ff8cf44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2765226"/>
            <a:ext cx="3492400" cy="17561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4" name="Google Shape;135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f8e843011c426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49650" y="2765226"/>
            <a:ext cx="3492549" cy="17561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36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a0496ff8cf44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32700" y="2765226"/>
            <a:ext cx="3492400" cy="17561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7" name="Google Shape;137;p15">
            <a:extLst xmlns:a="http://schemas.openxmlformats.org/drawingml/2006/main">
              <a:ext uri="{FF2B5EF4-FFF2-40B4-BE49-F238E27FC236}">
                <a16:creationId xmlns:a16="http://schemas.microsoft.com/office/drawing/2014/main" id="{A460DB85-A168-4733-A716-54DA0B75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73" y="476250"/>
            <a:ext cx="1104450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ปัญหาและข้อจำกัดของกระบวนการเดิม</a:t>
            </a:r>
            <a:endParaRPr/>
          </a:p>
        </p:txBody>
      </p:sp>
      <p:sp>
        <p:nvSpPr>
          <p:cNvPr id="138" name="Google Shape;138;p15">
            <a:extLst xmlns:a="http://schemas.openxmlformats.org/drawingml/2006/main">
              <a:ext uri="{FF2B5EF4-FFF2-40B4-BE49-F238E27FC236}">
                <a16:creationId xmlns:a16="http://schemas.microsoft.com/office/drawing/2014/main" id="{E16B0552-4918-4FD5-8B89-8A401BB0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8" name="Google Shape;13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19a43ad2aa49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557212"/>
            <a:ext cx="225623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0" name="Google Shape;140;p15">
            <a:extLst xmlns:a="http://schemas.openxmlformats.org/drawingml/2006/main">
              <a:ext uri="{FF2B5EF4-FFF2-40B4-BE49-F238E27FC236}">
                <a16:creationId xmlns:a16="http://schemas.microsoft.com/office/drawing/2014/main" id="{4E5C1652-7BF8-4D20-870A-440BE7DE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SLIDE 03 /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141" name="Google Shape;141;p15">
            <a:extLst xmlns:a="http://schemas.openxmlformats.org/drawingml/2006/main">
              <a:ext uri="{FF2B5EF4-FFF2-40B4-BE49-F238E27FC236}">
                <a16:creationId xmlns:a16="http://schemas.microsoft.com/office/drawing/2014/main" id="{76E1207D-7FEA-4622-9C01-DA32BBCA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221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15">
            <a:extLst xmlns:a="http://schemas.openxmlformats.org/drawingml/2006/main">
              <a:ext uri="{FF2B5EF4-FFF2-40B4-BE49-F238E27FC236}">
                <a16:creationId xmlns:a16="http://schemas.microsoft.com/office/drawing/2014/main" id="{0F82C68D-A810-44CE-93AD-CC709B08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  <p:sp>
        <p:nvSpPr>
          <p:cNvPr id="143" name="Google Shape;143;p15">
            <a:extLst xmlns:a="http://schemas.openxmlformats.org/drawingml/2006/main">
              <a:ext uri="{FF2B5EF4-FFF2-40B4-BE49-F238E27FC236}">
                <a16:creationId xmlns:a16="http://schemas.microsoft.com/office/drawing/2014/main" id="{B5CC8CA1-B0E8-4D13-B5AD-2344D3CE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60551"/>
            <a:ext cx="3016150" cy="822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2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การจัดการงานแก้ไขสินค้า (Rework) ใช้กระดาษและ Excel เป็นหลัก ข้อมูลเคส รูปหลักฐาน และข้อมูล Master อยู่แยกส่วน ส่งผลให้การตามรอยย้อนกลับ (Traceability) ทำได้ยากและช้า</a:t>
            </a:r>
            <a:endParaRPr/>
          </a:p>
        </p:txBody>
      </p:sp>
      <p:sp>
        <p:nvSpPr>
          <p:cNvPr id="144" name="Google Shape;144;p15">
            <a:extLst xmlns:a="http://schemas.openxmlformats.org/drawingml/2006/main">
              <a:ext uri="{FF2B5EF4-FFF2-40B4-BE49-F238E27FC236}">
                <a16:creationId xmlns:a16="http://schemas.microsoft.com/office/drawing/2014/main" id="{89E7A841-021C-4DBA-AECC-80713645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775" y="3460551"/>
            <a:ext cx="3016299" cy="822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2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ฝ่ายบัญชีและฝ่ายการเงินประเมินต้นทุนผิดพลาดและต่ำกว่าความเป็นจริง (Under-valuation) เนื่องจากไม่เห็นข้อมูลค่าวัสดุและชั่วโมงแรงงานจริงที่ถูกใช้ไปในหน้างานการผลิต</a:t>
            </a:r>
            <a:endParaRPr/>
          </a:p>
        </p:txBody>
      </p:sp>
      <p:sp>
        <p:nvSpPr>
          <p:cNvPr id="145" name="Google Shape;145;p15">
            <a:extLst xmlns:a="http://schemas.openxmlformats.org/drawingml/2006/main">
              <a:ext uri="{FF2B5EF4-FFF2-40B4-BE49-F238E27FC236}">
                <a16:creationId xmlns:a16="http://schemas.microsoft.com/office/drawing/2014/main" id="{7F63A67D-96DE-4CD4-AEAE-F27EB665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825" y="3460551"/>
            <a:ext cx="3016150" cy="822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2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เกิดข้อผิดพลาดจากมนุษย์ (Human Error) ในการกรอกรหัสสินค้าหน้างาน และโรงงานยังขาดแหล่งรวบรวมคู่มือการซ่อมแซมเชิงเทคนิค ทำให้การสืบค้นข้อมูลคู่มือเป็นอุปสรรคสำคัญ</a:t>
            </a:r>
            <a:endParaRPr/>
          </a:p>
        </p:txBody>
      </p:sp>
      <p:pic>
        <p:nvPicPr>
          <p:cNvPr id="175" name="Google Shape;146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737d923e1e4c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4875" y="3003351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7" name="Google Shape;147;p15">
            <a:extLst xmlns:a="http://schemas.openxmlformats.org/drawingml/2006/main">
              <a:ext uri="{FF2B5EF4-FFF2-40B4-BE49-F238E27FC236}">
                <a16:creationId xmlns:a16="http://schemas.microsoft.com/office/drawing/2014/main" id="{6EF57417-5A72-41C9-84C5-F7482A67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70025"/>
            <a:ext cx="1959600" cy="1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ข้อมูลกระจัดกระจาย</a:t>
            </a:r>
            <a:endParaRPr/>
          </a:p>
        </p:txBody>
      </p:sp>
      <p:pic>
        <p:nvPicPr>
          <p:cNvPr id="177" name="Google Shape;148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70a5766a8d42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87775" y="3003351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9" name="Google Shape;149;p15">
            <a:extLst xmlns:a="http://schemas.openxmlformats.org/drawingml/2006/main">
              <a:ext uri="{FF2B5EF4-FFF2-40B4-BE49-F238E27FC236}">
                <a16:creationId xmlns:a16="http://schemas.microsoft.com/office/drawing/2014/main" id="{16266451-9D46-45D8-842A-2B3AB913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925" y="3070026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การประเมินราคาคลาดเคลื่อน</a:t>
            </a:r>
            <a:endParaRPr/>
          </a:p>
        </p:txBody>
      </p:sp>
      <p:pic>
        <p:nvPicPr>
          <p:cNvPr id="179" name="Google Shape;15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906d26fc3a44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70825" y="3003351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1" name="Google Shape;151;p15">
            <a:extLst xmlns:a="http://schemas.openxmlformats.org/drawingml/2006/main">
              <a:ext uri="{FF2B5EF4-FFF2-40B4-BE49-F238E27FC236}">
                <a16:creationId xmlns:a16="http://schemas.microsoft.com/office/drawing/2014/main" id="{599BEC51-0A1C-4083-868E-1F60EB49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975" y="3070026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ข้อผิดพลาดและความรู้ที่จำกัด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808904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9" name="Google Shape;15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952df4bac145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0" name="Google Shape;157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270068317a40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1" name="Google Shape;158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956109100b49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5800725"/>
            <a:ext cx="106680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59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a4b4ba459347c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76875" y="2581275"/>
            <a:ext cx="1238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0" name="Google Shape;160;p16">
            <a:extLst xmlns:a="http://schemas.openxmlformats.org/drawingml/2006/main">
              <a:ext uri="{FF2B5EF4-FFF2-40B4-BE49-F238E27FC236}">
                <a16:creationId xmlns:a16="http://schemas.microsoft.com/office/drawing/2014/main" id="{15DE4A30-D287-4A98-BAC9-5193DA2D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758" y="3095625"/>
            <a:ext cx="5418333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300" b="0" i="0" u="none" cap="none">
                <a:solidFill>
                  <a:srgbClr val="FFFFFF"/>
                </a:solidFill>
                <a:latin typeface="Sarabun ExtraBold"/>
                <a:ea typeface="Sarabun ExtraBold"/>
                <a:cs typeface="Sarabun ExtraBold"/>
              </a:rPr>
              <a:t>งานวิจัยและทฤษฎีที่เกี่ยวข้อง</a:t>
            </a:r>
            <a:endParaRPr/>
          </a:p>
        </p:txBody>
      </p:sp>
      <p:sp>
        <p:nvSpPr>
          <p:cNvPr id="161" name="Google Shape;161;p16">
            <a:extLst xmlns:a="http://schemas.openxmlformats.org/drawingml/2006/main">
              <a:ext uri="{FF2B5EF4-FFF2-40B4-BE49-F238E27FC236}">
                <a16:creationId xmlns:a16="http://schemas.microsoft.com/office/drawing/2014/main" id="{DB44E893-7D5D-4E5E-9048-1FF98141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2" y="3752850"/>
            <a:ext cx="5400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B1D3B9"/>
                </a:solidFill>
                <a:latin typeface="Sarabun Light"/>
                <a:ea typeface="Sarabun Light"/>
                <a:cs typeface="Sarabun Light"/>
              </a:rPr>
              <a:t>สถาปัตยกรรมเว็บสมัยใหม่ การจัดการความถูกต้องของฐานข้อมูล และโมเดลปัญญาประดิษฐ์</a:t>
            </a:r>
            <a:endParaRPr/>
          </a:p>
        </p:txBody>
      </p:sp>
      <p:sp>
        <p:nvSpPr>
          <p:cNvPr id="162" name="Google Shape;162;p16">
            <a:extLst xmlns:a="http://schemas.openxmlformats.org/drawingml/2006/main">
              <a:ext uri="{FF2B5EF4-FFF2-40B4-BE49-F238E27FC236}">
                <a16:creationId xmlns:a16="http://schemas.microsoft.com/office/drawing/2014/main" id="{D04BA5AD-C83E-4E5D-8126-659E9064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95312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SLIDE 04 / 1</a:t>
            </a:r>
            <a:r>
              <a:rPr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163" name="Google Shape;163;p16">
            <a:extLst xmlns:a="http://schemas.openxmlformats.org/drawingml/2006/main">
              <a:ext uri="{FF2B5EF4-FFF2-40B4-BE49-F238E27FC236}">
                <a16:creationId xmlns:a16="http://schemas.microsoft.com/office/drawing/2014/main" id="{68766186-F86E-4D60-B17D-195F6C61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646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BDA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Google Shape;164;p16">
            <a:extLst xmlns:a="http://schemas.openxmlformats.org/drawingml/2006/main">
              <a:ext uri="{FF2B5EF4-FFF2-40B4-BE49-F238E27FC236}">
                <a16:creationId xmlns:a16="http://schemas.microsoft.com/office/drawing/2014/main" id="{AE8CACF5-9E66-4463-BC8B-AC8C8E10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8612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6F2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8" name="Google Shape;16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d65caaa6c14d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9" name="Google Shape;170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e98eac4aec4aa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6086475"/>
            <a:ext cx="108585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0" name="Google Shape;171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6db29a1b174c8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2391965"/>
            <a:ext cx="5310187" cy="25026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1" name="Google Shape;172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945f22835441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15062" y="2391965"/>
            <a:ext cx="5310187" cy="25026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2" name="Google Shape;173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dc6109e08c4e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53187" y="3771007"/>
            <a:ext cx="4833937" cy="88552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4" name="Google Shape;174;p17">
            <a:extLst xmlns:a="http://schemas.openxmlformats.org/drawingml/2006/main">
              <a:ext uri="{FF2B5EF4-FFF2-40B4-BE49-F238E27FC236}">
                <a16:creationId xmlns:a16="http://schemas.microsoft.com/office/drawing/2014/main" id="{D3915BE8-D091-46B1-A864-3F30467D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73" y="476250"/>
            <a:ext cx="1104450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สถาปัตยกรรมเว็บและการจัดการความถูกต้อง</a:t>
            </a:r>
            <a:endParaRPr/>
          </a:p>
        </p:txBody>
      </p:sp>
      <p:sp>
        <p:nvSpPr>
          <p:cNvPr id="175" name="Google Shape;175;p17">
            <a:extLst xmlns:a="http://schemas.openxmlformats.org/drawingml/2006/main">
              <a:ext uri="{FF2B5EF4-FFF2-40B4-BE49-F238E27FC236}">
                <a16:creationId xmlns:a16="http://schemas.microsoft.com/office/drawing/2014/main" id="{C6F9505E-EBC5-42D2-96E4-A7E85D45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05" name="Google Shape;176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4677973cfa494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557212"/>
            <a:ext cx="225623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7" name="Google Shape;177;p17">
            <a:extLst xmlns:a="http://schemas.openxmlformats.org/drawingml/2006/main">
              <a:ext uri="{FF2B5EF4-FFF2-40B4-BE49-F238E27FC236}">
                <a16:creationId xmlns:a16="http://schemas.microsoft.com/office/drawing/2014/main" id="{73C37566-71E9-4E34-AD39-95C80DC2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SLIDE 05 /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178" name="Google Shape;178;p17">
            <a:extLst xmlns:a="http://schemas.openxmlformats.org/drawingml/2006/main">
              <a:ext uri="{FF2B5EF4-FFF2-40B4-BE49-F238E27FC236}">
                <a16:creationId xmlns:a16="http://schemas.microsoft.com/office/drawing/2014/main" id="{C1384AE6-277D-44A8-A54D-67B3E8B9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221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" name="Google Shape;179;p17">
            <a:extLst xmlns:a="http://schemas.openxmlformats.org/drawingml/2006/main">
              <a:ext uri="{FF2B5EF4-FFF2-40B4-BE49-F238E27FC236}">
                <a16:creationId xmlns:a16="http://schemas.microsoft.com/office/drawing/2014/main" id="{A7DEAE3E-C440-4DC2-9FEF-AF311600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  <p:sp>
        <p:nvSpPr>
          <p:cNvPr id="180" name="Google Shape;180;p17">
            <a:extLst xmlns:a="http://schemas.openxmlformats.org/drawingml/2006/main">
              <a:ext uri="{FF2B5EF4-FFF2-40B4-BE49-F238E27FC236}">
                <a16:creationId xmlns:a16="http://schemas.microsoft.com/office/drawing/2014/main" id="{3C268175-BA12-431E-978F-ED2C3F6F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87290"/>
            <a:ext cx="4833937" cy="639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การพัฒนาระบบแบบ Single Page Application (SPA) ผ่านเทคโนโลยี Next.js App Router ร่วมกับ React เพื่อมอบประสบการณ์การทำงานที่ลื่นไหลระดับ Native Application</a:t>
            </a:r>
            <a:endParaRPr/>
          </a:p>
        </p:txBody>
      </p:sp>
      <p:sp>
        <p:nvSpPr>
          <p:cNvPr id="181" name="Google Shape;181;p17">
            <a:extLst xmlns:a="http://schemas.openxmlformats.org/drawingml/2006/main">
              <a:ext uri="{FF2B5EF4-FFF2-40B4-BE49-F238E27FC236}">
                <a16:creationId xmlns:a16="http://schemas.microsoft.com/office/drawing/2014/main" id="{5ECEDF2C-A7F0-4799-9502-BCB64AF0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36652"/>
            <a:ext cx="4833937" cy="51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ระบบเชื่อมต่อ Supabase ผ่าน API routes โดยตรวจสอบ session และกำหนด role permission ในบางเส้นทาง</a:t>
            </a:r>
            <a:endParaRPr/>
          </a:p>
        </p:txBody>
      </p:sp>
      <p:sp>
        <p:nvSpPr>
          <p:cNvPr id="182" name="Google Shape;182;p17">
            <a:extLst xmlns:a="http://schemas.openxmlformats.org/drawingml/2006/main">
              <a:ext uri="{FF2B5EF4-FFF2-40B4-BE49-F238E27FC236}">
                <a16:creationId xmlns:a16="http://schemas.microsoft.com/office/drawing/2014/main" id="{8FD66B92-5FE1-4F86-B48A-48F6DB52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7" y="3087290"/>
            <a:ext cx="4833937" cy="426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จัดเก็บข้อมูล Rework และภาพหลักฐานผ่านบริการแยกกัน จึงต้องตรวจสถานะทั้งสองส่วน</a:t>
            </a:r>
            <a:endParaRPr/>
          </a:p>
        </p:txBody>
      </p:sp>
      <p:pic>
        <p:nvPicPr>
          <p:cNvPr id="212" name="Google Shape;183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37bc5731b54d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4875" y="2630090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4" name="Google Shape;184;p17">
            <a:extLst xmlns:a="http://schemas.openxmlformats.org/drawingml/2006/main">
              <a:ext uri="{FF2B5EF4-FFF2-40B4-BE49-F238E27FC236}">
                <a16:creationId xmlns:a16="http://schemas.microsoft.com/office/drawing/2014/main" id="{41495675-E728-41B0-87B5-07EA7D9D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696765"/>
            <a:ext cx="1971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Modern Web Architecture</a:t>
            </a:r>
            <a:endParaRPr/>
          </a:p>
        </p:txBody>
      </p:sp>
      <p:pic>
        <p:nvPicPr>
          <p:cNvPr id="214" name="Google Shape;185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f360fdbc67489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53187" y="2630090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6" name="Google Shape;186;p17">
            <a:extLst xmlns:a="http://schemas.openxmlformats.org/drawingml/2006/main">
              <a:ext uri="{FF2B5EF4-FFF2-40B4-BE49-F238E27FC236}">
                <a16:creationId xmlns:a16="http://schemas.microsoft.com/office/drawing/2014/main" id="{C4C8DE37-300F-46A4-8493-4B1B70D0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337" y="269676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Transaction &amp; Data Integrity</a:t>
            </a:r>
            <a:endParaRPr/>
          </a:p>
        </p:txBody>
      </p:sp>
      <p:sp>
        <p:nvSpPr>
          <p:cNvPr id="187" name="Google Shape;187;p17">
            <a:extLst xmlns:a="http://schemas.openxmlformats.org/drawingml/2006/main">
              <a:ext uri="{FF2B5EF4-FFF2-40B4-BE49-F238E27FC236}">
                <a16:creationId xmlns:a16="http://schemas.microsoft.com/office/drawing/2014/main" id="{A8C28A44-94DD-47C1-A213-12354723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162" y="3913882"/>
            <a:ext cx="4510087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3335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2" b="0" i="0" u="none" cap="none">
                <a:solidFill>
                  <a:srgbClr val="1B2925"/>
                </a:solidFill>
                <a:latin typeface="Sarabun SemiBold"/>
                <a:ea typeface="Sarabun SemiBold"/>
                <a:cs typeface="Sarabun SemiBold"/>
              </a:rPr>
              <a:t>การชดเชยเมื่อบันทึกเคสไม่สำเร็จ:</a:t>
            </a:r>
            <a:endParaRPr/>
          </a:p>
        </p:txBody>
      </p:sp>
      <p:sp>
        <p:nvSpPr>
          <p:cNvPr id="188" name="Google Shape;188;p17">
            <a:extLst xmlns:a="http://schemas.openxmlformats.org/drawingml/2006/main">
              <a:ext uri="{FF2B5EF4-FFF2-40B4-BE49-F238E27FC236}">
                <a16:creationId xmlns:a16="http://schemas.microsoft.com/office/drawing/2014/main" id="{875A9608-B2AE-485E-9C5E-5CECF806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162" y="4167187"/>
            <a:ext cx="4510087" cy="346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เมื่อบันทึกเคสไม่สำเร็จ ระบบพยายามลบภาพที่อัปโหลดไว้ การทำงานนี้ไม่ใช่ transaction เดียว</a:t>
            </a:r>
            <a:endParaRPr/>
          </a:p>
        </p:txBody>
      </p:sp>
      <p:pic>
        <p:nvPicPr>
          <p:cNvPr id="218" name="Google Shape;18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6350f0a85944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16087" y="3936645"/>
            <a:ext cx="133350" cy="1285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535240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6F2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3" name="Google Shape;194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6e97aa7c054e7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965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4" name="Google Shape;195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2332515799420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6086475"/>
            <a:ext cx="108585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5" name="Google Shape;19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1853ffa03f467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2357586"/>
            <a:ext cx="5310187" cy="2571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7" name="Google Shape;197;p18">
            <a:extLst xmlns:a="http://schemas.openxmlformats.org/drawingml/2006/main">
              <a:ext uri="{FF2B5EF4-FFF2-40B4-BE49-F238E27FC236}">
                <a16:creationId xmlns:a16="http://schemas.microsoft.com/office/drawing/2014/main" id="{81559C50-18D8-4852-922D-34E836ED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73" y="476250"/>
            <a:ext cx="1104450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ปัญญาประดิษฐ์และการสกัดข้อมูลอัจฉริยะ</a:t>
            </a:r>
            <a:endParaRPr/>
          </a:p>
        </p:txBody>
      </p:sp>
      <p:sp>
        <p:nvSpPr>
          <p:cNvPr id="198" name="Google Shape;198;p18">
            <a:extLst xmlns:a="http://schemas.openxmlformats.org/drawingml/2006/main">
              <a:ext uri="{FF2B5EF4-FFF2-40B4-BE49-F238E27FC236}">
                <a16:creationId xmlns:a16="http://schemas.microsoft.com/office/drawing/2014/main" id="{5EF2F7FD-97F1-4E1F-AB35-AA51D776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28" name="Google Shape;19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e6374a03024e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557212"/>
            <a:ext cx="225623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0" name="Google Shape;200;p18">
            <a:extLst xmlns:a="http://schemas.openxmlformats.org/drawingml/2006/main">
              <a:ext uri="{FF2B5EF4-FFF2-40B4-BE49-F238E27FC236}">
                <a16:creationId xmlns:a16="http://schemas.microsoft.com/office/drawing/2014/main" id="{5AE25042-305A-433C-8D62-2675F9CF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SLIDE 06 /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201" name="Google Shape;201;p18">
            <a:extLst xmlns:a="http://schemas.openxmlformats.org/drawingml/2006/main">
              <a:ext uri="{FF2B5EF4-FFF2-40B4-BE49-F238E27FC236}">
                <a16:creationId xmlns:a16="http://schemas.microsoft.com/office/drawing/2014/main" id="{94ABD927-F03F-443A-B2CD-12DB9579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221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2" name="Google Shape;202;p18">
            <a:extLst xmlns:a="http://schemas.openxmlformats.org/drawingml/2006/main">
              <a:ext uri="{FF2B5EF4-FFF2-40B4-BE49-F238E27FC236}">
                <a16:creationId xmlns:a16="http://schemas.microsoft.com/office/drawing/2014/main" id="{918256F9-2BE3-4DF2-9788-64671E01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  <p:pic>
        <p:nvPicPr>
          <p:cNvPr id="232" name="Google Shape;203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4bd002b9b644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4875" y="2595711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4" name="Google Shape;204;p18">
            <a:extLst xmlns:a="http://schemas.openxmlformats.org/drawingml/2006/main">
              <a:ext uri="{FF2B5EF4-FFF2-40B4-BE49-F238E27FC236}">
                <a16:creationId xmlns:a16="http://schemas.microsoft.com/office/drawing/2014/main" id="{A3E82DCE-7439-4B79-8146-A7C19D70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662386"/>
            <a:ext cx="2124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RAG &amp; Multimodal OCR Tech</a:t>
            </a:r>
            <a:endParaRPr/>
          </a:p>
        </p:txBody>
      </p:sp>
      <p:sp>
        <p:nvSpPr>
          <p:cNvPr id="205" name="Google Shape;205;p18">
            <a:extLst xmlns:a="http://schemas.openxmlformats.org/drawingml/2006/main">
              <a:ext uri="{FF2B5EF4-FFF2-40B4-BE49-F238E27FC236}">
                <a16:creationId xmlns:a16="http://schemas.microsoft.com/office/drawing/2014/main" id="{0941DF09-0137-4A2E-91A6-C487FA25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00536"/>
            <a:ext cx="483393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87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Retrieval-Augmented Generation (RAG)</a:t>
            </a:r>
            <a:endParaRPr/>
          </a:p>
        </p:txBody>
      </p:sp>
      <p:sp>
        <p:nvSpPr>
          <p:cNvPr id="206" name="Google Shape;206;p18">
            <a:extLst xmlns:a="http://schemas.openxmlformats.org/drawingml/2006/main">
              <a:ext uri="{FF2B5EF4-FFF2-40B4-BE49-F238E27FC236}">
                <a16:creationId xmlns:a16="http://schemas.microsoft.com/office/drawing/2014/main" id="{C128FF1F-961B-4471-A9BA-623E4147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10086"/>
            <a:ext cx="4833937" cy="617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2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ประยุกต์ใช้โมเดลภาษาร่วมกับ Jina AI เพื่อตัดแต่งเนื้อหา (Text Chunking) และเก็บเป็น Vector Embedding สำหรับการถามตอบอัจฉริยะ ค้นหาประวัติคู่มือการซ่อมแบบ Semantic Search</a:t>
            </a:r>
            <a:endParaRPr/>
          </a:p>
        </p:txBody>
      </p:sp>
      <p:sp>
        <p:nvSpPr>
          <p:cNvPr id="207" name="Google Shape;207;p18">
            <a:extLst xmlns:a="http://schemas.openxmlformats.org/drawingml/2006/main">
              <a:ext uri="{FF2B5EF4-FFF2-40B4-BE49-F238E27FC236}">
                <a16:creationId xmlns:a16="http://schemas.microsoft.com/office/drawing/2014/main" id="{7EC73942-53BD-4716-982B-A52181E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70002"/>
            <a:ext cx="483393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87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Multimodal OCR (Google Gemini)</a:t>
            </a:r>
            <a:endParaRPr/>
          </a:p>
        </p:txBody>
      </p:sp>
      <p:sp>
        <p:nvSpPr>
          <p:cNvPr id="208" name="Google Shape;208;p18">
            <a:extLst xmlns:a="http://schemas.openxmlformats.org/drawingml/2006/main">
              <a:ext uri="{FF2B5EF4-FFF2-40B4-BE49-F238E27FC236}">
                <a16:creationId xmlns:a16="http://schemas.microsoft.com/office/drawing/2014/main" id="{25320481-BC6D-4DD1-95B9-82A2C3AA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79552"/>
            <a:ext cx="4833900" cy="4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2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ใช้ประโยชน์จากวิสัยทัศน์ของโมเดลในการสกัดข้อมูลหลัก (Metadata Extraction) ออกจากไฟล์</a:t>
            </a:r>
            <a:r>
              <a:rPr sz="1012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สูตรของลูกค้า</a:t>
            </a:r>
            <a:r>
              <a:rPr sz="1012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 (Drawings) ด้วยระบบประมวลผลอัตโนมัติ</a:t>
            </a:r>
            <a:endParaRPr/>
          </a:p>
        </p:txBody>
      </p:sp>
      <p:pic>
        <p:nvPicPr>
          <p:cNvPr id="238" name="Google Shape;20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89d35504504ec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09200" y="2014675"/>
            <a:ext cx="4448276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9" name="Google Shape;210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cd6842c9948c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9200" y="2314712"/>
            <a:ext cx="4448284" cy="25714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0" name="Google Shape;211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6ac72f770148c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29894" y="2098651"/>
            <a:ext cx="3599467" cy="1679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2" name="Google Shape;212;p18">
            <a:extLst xmlns:a="http://schemas.openxmlformats.org/drawingml/2006/main">
              <a:ext uri="{FF2B5EF4-FFF2-40B4-BE49-F238E27FC236}">
                <a16:creationId xmlns:a16="http://schemas.microsoft.com/office/drawing/2014/main" id="{087C1CCC-4D90-4EDB-99CC-CCBBD509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7324" y="2147636"/>
            <a:ext cx="80100" cy="69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175" tIns="33550" rIns="67175" bIns="335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2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Google Shape;213;p18">
            <a:extLst xmlns:a="http://schemas.openxmlformats.org/drawingml/2006/main">
              <a:ext uri="{FF2B5EF4-FFF2-40B4-BE49-F238E27FC236}">
                <a16:creationId xmlns:a16="http://schemas.microsoft.com/office/drawing/2014/main" id="{135DC169-1006-435C-9399-B0EA367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462" y="2147636"/>
            <a:ext cx="80100" cy="69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175" tIns="33550" rIns="67175" bIns="335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2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" name="Google Shape;214;p18">
            <a:extLst xmlns:a="http://schemas.openxmlformats.org/drawingml/2006/main">
              <a:ext uri="{FF2B5EF4-FFF2-40B4-BE49-F238E27FC236}">
                <a16:creationId xmlns:a16="http://schemas.microsoft.com/office/drawing/2014/main" id="{06E3574D-F3CF-45F2-A013-34B42360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01" y="2147636"/>
            <a:ext cx="80100" cy="69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175" tIns="33550" rIns="67175" bIns="335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2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1111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6F2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5" name="Google Shape;219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0680ed35e840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6" name="Google Shape;220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cc1e7c965dc4d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6086475"/>
            <a:ext cx="108585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1" name="Google Shape;221;p19">
            <a:extLst xmlns:a="http://schemas.openxmlformats.org/drawingml/2006/main">
              <a:ext uri="{FF2B5EF4-FFF2-40B4-BE49-F238E27FC236}">
                <a16:creationId xmlns:a16="http://schemas.microsoft.com/office/drawing/2014/main" id="{B27ED404-C98F-486C-B7F7-47EE39BD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98" y="476250"/>
            <a:ext cx="1107450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การยืนยันตัวตนและการคุมสิทธิ์ API</a:t>
            </a:r>
            <a:endParaRPr/>
          </a:p>
        </p:txBody>
      </p:sp>
      <p:sp>
        <p:nvSpPr>
          <p:cNvPr id="222" name="Google Shape;222;p19">
            <a:extLst xmlns:a="http://schemas.openxmlformats.org/drawingml/2006/main">
              <a:ext uri="{FF2B5EF4-FFF2-40B4-BE49-F238E27FC236}">
                <a16:creationId xmlns:a16="http://schemas.microsoft.com/office/drawing/2014/main" id="{25549032-71DC-4B5C-8DB2-E1B46325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59" name="Google Shape;223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a6e0334e364f5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557212"/>
            <a:ext cx="197048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4" name="Google Shape;224;p19">
            <a:extLst xmlns:a="http://schemas.openxmlformats.org/drawingml/2006/main">
              <a:ext uri="{FF2B5EF4-FFF2-40B4-BE49-F238E27FC236}">
                <a16:creationId xmlns:a16="http://schemas.microsoft.com/office/drawing/2014/main" id="{CBCEF680-CA78-48A1-A79B-00DE25E0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453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E615C"/>
                </a:solidFill>
                <a:latin typeface="Sarabun Medium"/>
                <a:ea typeface="Sarabun Medium"/>
                <a:cs typeface="Sarabun Medium"/>
              </a:rPr>
              <a:t>API บางเส้นทางตรวจสอบ session และ role permission ฝั่งเซิร์ฟเวอร์แล้ว แต่ยังต้องทบทวน endpoint และการกรองข้อมูลตามบทบาทให้ครบก่อนสรุปว่า RBAC ครอบคลุมทั้งระบบ</a:t>
            </a:r>
            <a:endParaRPr/>
          </a:p>
        </p:txBody>
      </p:sp>
      <p:sp>
        <p:nvSpPr>
          <p:cNvPr id="226" name="Google Shape;226;p19">
            <a:extLst xmlns:a="http://schemas.openxmlformats.org/drawingml/2006/main">
              <a:ext uri="{FF2B5EF4-FFF2-40B4-BE49-F238E27FC236}">
                <a16:creationId xmlns:a16="http://schemas.microsoft.com/office/drawing/2014/main" id="{E3478863-2426-48F5-80C7-D64A472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3855"/>
            <a:ext cx="108585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ข้อจำกัด: รอบนี้ตรวจเฉพาะ API ที่ระบุ ยังต้องทบทวนสิทธิ์ทุก route และ data scope ก่อนใช้งานจริง</a:t>
            </a:r>
            <a:endParaRPr/>
          </a:p>
        </p:txBody>
      </p:sp>
      <p:sp>
        <p:nvSpPr>
          <p:cNvPr id="227" name="Google Shape;227;p19">
            <a:extLst xmlns:a="http://schemas.openxmlformats.org/drawingml/2006/main">
              <a:ext uri="{FF2B5EF4-FFF2-40B4-BE49-F238E27FC236}">
                <a16:creationId xmlns:a16="http://schemas.microsoft.com/office/drawing/2014/main" id="{2DB031FD-DC42-4EF4-A8CA-23AAD8CD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SLIDE 07 /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228" name="Google Shape;228;p19">
            <a:extLst xmlns:a="http://schemas.openxmlformats.org/drawingml/2006/main">
              <a:ext uri="{FF2B5EF4-FFF2-40B4-BE49-F238E27FC236}">
                <a16:creationId xmlns:a16="http://schemas.microsoft.com/office/drawing/2014/main" id="{314E0A99-6D66-45A7-991F-128F150E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221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9" name="Google Shape;229;p19">
            <a:extLst xmlns:a="http://schemas.openxmlformats.org/drawingml/2006/main">
              <a:ext uri="{FF2B5EF4-FFF2-40B4-BE49-F238E27FC236}">
                <a16:creationId xmlns:a16="http://schemas.microsoft.com/office/drawing/2014/main" id="{B87318BE-2EA2-4EF6-97E1-7EF64773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  <p:sp>
        <p:nvSpPr>
          <p:cNvPr id="230" name="Google Shape;230;p19">
            <a:extLst xmlns:a="http://schemas.openxmlformats.org/drawingml/2006/main">
              <a:ext uri="{FF2B5EF4-FFF2-40B4-BE49-F238E27FC236}">
                <a16:creationId xmlns:a16="http://schemas.microsoft.com/office/drawing/2014/main" id="{0D40F402-C35C-45F5-8DF3-075C0BAC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25155"/>
            <a:ext cx="433566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1" name="Google Shape;231;p19">
            <a:extLst xmlns:a="http://schemas.openxmlformats.org/drawingml/2006/main">
              <a:ext uri="{FF2B5EF4-FFF2-40B4-BE49-F238E27FC236}">
                <a16:creationId xmlns:a16="http://schemas.microsoft.com/office/drawing/2014/main" id="{38F59F6C-1BA9-49C1-B5DA-0D3E5CF8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935" y="3625155"/>
            <a:ext cx="216783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2" name="Google Shape;232;p19">
            <a:extLst xmlns:a="http://schemas.openxmlformats.org/drawingml/2006/main">
              <a:ext uri="{FF2B5EF4-FFF2-40B4-BE49-F238E27FC236}">
                <a16:creationId xmlns:a16="http://schemas.microsoft.com/office/drawing/2014/main" id="{20A2C523-31B0-46C6-880F-64EAAF65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766" y="3625155"/>
            <a:ext cx="216783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3" name="Google Shape;233;p19">
            <a:extLst xmlns:a="http://schemas.openxmlformats.org/drawingml/2006/main">
              <a:ext uri="{FF2B5EF4-FFF2-40B4-BE49-F238E27FC236}">
                <a16:creationId xmlns:a16="http://schemas.microsoft.com/office/drawing/2014/main" id="{4F0FCC37-07EF-41B1-AD2D-D1F6C8FE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596" y="3625155"/>
            <a:ext cx="21681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4" name="Google Shape;234;p19">
            <a:extLst xmlns:a="http://schemas.openxmlformats.org/drawingml/2006/main">
              <a:ext uri="{FF2B5EF4-FFF2-40B4-BE49-F238E27FC236}">
                <a16:creationId xmlns:a16="http://schemas.microsoft.com/office/drawing/2014/main" id="{F57D9E81-C864-4A24-BA54-B064F14E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63305"/>
            <a:ext cx="433566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5" name="Google Shape;235;p19">
            <a:extLst xmlns:a="http://schemas.openxmlformats.org/drawingml/2006/main">
              <a:ext uri="{FF2B5EF4-FFF2-40B4-BE49-F238E27FC236}">
                <a16:creationId xmlns:a16="http://schemas.microsoft.com/office/drawing/2014/main" id="{DC1D3459-FF06-4BEF-911E-7BD318FD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935" y="4063305"/>
            <a:ext cx="216783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Google Shape;236;p19">
            <a:extLst xmlns:a="http://schemas.openxmlformats.org/drawingml/2006/main">
              <a:ext uri="{FF2B5EF4-FFF2-40B4-BE49-F238E27FC236}">
                <a16:creationId xmlns:a16="http://schemas.microsoft.com/office/drawing/2014/main" id="{80EE2322-7E95-47C4-B011-7891A1B1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766" y="4063305"/>
            <a:ext cx="216783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7" name="Google Shape;237;p19">
            <a:extLst xmlns:a="http://schemas.openxmlformats.org/drawingml/2006/main">
              <a:ext uri="{FF2B5EF4-FFF2-40B4-BE49-F238E27FC236}">
                <a16:creationId xmlns:a16="http://schemas.microsoft.com/office/drawing/2014/main" id="{A94BBEBE-BC27-4FC8-B1CF-A7440952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596" y="4063305"/>
            <a:ext cx="21681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74" name="Google Shape;23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335a9a79e143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9613" y="3310830"/>
            <a:ext cx="752475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5" name="Google Shape;239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4e9c6e84c7418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06494" y="3310830"/>
            <a:ext cx="714375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6" name="Google Shape;240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335a9a79e143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5423" y="3310830"/>
            <a:ext cx="752475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7" name="Google Shape;241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4e9c6e84c7418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38663" y="3748980"/>
            <a:ext cx="714375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8" name="Google Shape;242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335a9a79e143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87444" y="3748980"/>
            <a:ext cx="752475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9" name="Google Shape;243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335a9a79e143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5423" y="3748980"/>
            <a:ext cx="752475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0" name="Google Shape;244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4e9c6e84c7418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38663" y="4187130"/>
            <a:ext cx="714375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1" name="Google Shape;245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4e9c6e84c7418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06494" y="4187130"/>
            <a:ext cx="714375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2" name="Google Shape;246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335a9a79e143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55423" y="4187130"/>
            <a:ext cx="752475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DE33D76E-84C1-4458-B2E4-DE699E89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8820"/>
            <a:ext cx="10858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594A537A-46D5-4E19-AF04-5A1B602D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B65"/>
                </a:solidFill>
                <a:latin typeface="Sarabun"/>
                <a:ea typeface="Sarabun"/>
                <a:cs typeface="Sarabun"/>
              </a:defRPr>
            </a:pPr>
            <a:r>
              <a:rPr sz="1350">
                <a:solidFill>
                  <a:srgbClr val="526B65"/>
                </a:solidFill>
                <a:latin typeface="Sarabun"/>
                <a:ea typeface="Sarabun"/>
                <a:cs typeface="Sarabun"/>
              </a:rPr>
              <a:t>RAG chat: ผู้ใช้ที่เข้าสู่ระบบต้องมี session และยังไม่มีการกรองข้อมูลตาม role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2BBC088D-4FDB-468D-AB46-720D0653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B65"/>
                </a:solidFill>
                <a:latin typeface="Sarabun"/>
                <a:ea typeface="Sarabun"/>
                <a:cs typeface="Sarabun"/>
              </a:defRPr>
            </a:pPr>
            <a:r>
              <a:rPr sz="1350">
                <a:solidFill>
                  <a:srgbClr val="526B65"/>
                </a:solidFill>
                <a:latin typeface="Sarabun"/>
                <a:ea typeface="Sarabun"/>
                <a:cs typeface="Sarabun"/>
              </a:rPr>
              <a:t>จัดการเอกสาร RAG: จำกัด ADMIN / QSMS ด้วยสิทธิ์ manage_rag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B1FFD4D8-FADE-4495-B3CE-62296FCE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B65"/>
                </a:solidFill>
                <a:latin typeface="Sarabun"/>
                <a:ea typeface="Sarabun"/>
                <a:cs typeface="Sarabun"/>
              </a:defRPr>
            </a:pPr>
            <a:r>
              <a:rPr sz="1350">
                <a:solidFill>
                  <a:srgbClr val="526B65"/>
                </a:solidFill>
                <a:latin typeface="Sarabun"/>
                <a:ea typeface="Sarabun"/>
                <a:cs typeface="Sarabun"/>
              </a:rPr>
              <a:t>อ่าน Feedback และสถานะ integration: จำกัด ADMIN / QSMS ด้วย permission เฉพาะ</a:t>
            </a:r>
          </a:p>
        </p:txBody>
      </p:sp>
    </p:spTree>
    <p:extLst>
      <p:ext uri="{BB962C8B-B14F-4D97-AF65-F5344CB8AC3E}">
        <p14:creationId xmlns:p14="http://schemas.microsoft.com/office/powerpoint/2010/main" val="11970022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4" name="Google Shape;251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6f0e21abe443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5" name="Google Shape;252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83be47624f45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6" name="Google Shape;253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d8fb6c0003418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5800725"/>
            <a:ext cx="106680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7" name="Google Shape;254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199dc0818645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76875" y="2581275"/>
            <a:ext cx="1238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5" name="Google Shape;255;p20">
            <a:extLst xmlns:a="http://schemas.openxmlformats.org/drawingml/2006/main">
              <a:ext uri="{FF2B5EF4-FFF2-40B4-BE49-F238E27FC236}">
                <a16:creationId xmlns:a16="http://schemas.microsoft.com/office/drawing/2014/main" id="{CE909383-6956-4F38-BF50-C7D229FE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266" y="3095625"/>
            <a:ext cx="7743467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300" b="0" i="0" u="none" cap="none">
                <a:solidFill>
                  <a:srgbClr val="FFFFFF"/>
                </a:solidFill>
                <a:latin typeface="Sarabun ExtraBold"/>
                <a:ea typeface="Sarabun ExtraBold"/>
                <a:cs typeface="Sarabun ExtraBold"/>
              </a:rPr>
              <a:t>ขั้นตอนการดำเนินงานและสกีมาฐานข้อมูล</a:t>
            </a:r>
            <a:endParaRPr/>
          </a:p>
        </p:txBody>
      </p:sp>
      <p:sp>
        <p:nvSpPr>
          <p:cNvPr id="256" name="Google Shape;256;p20">
            <a:extLst xmlns:a="http://schemas.openxmlformats.org/drawingml/2006/main">
              <a:ext uri="{FF2B5EF4-FFF2-40B4-BE49-F238E27FC236}">
                <a16:creationId xmlns:a16="http://schemas.microsoft.com/office/drawing/2014/main" id="{1FD0C3CF-B00B-4C24-A1E8-02E30215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462" y="3752850"/>
            <a:ext cx="4791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B1D3B9"/>
                </a:solidFill>
                <a:latin typeface="Sarabun Light"/>
                <a:ea typeface="Sarabun Light"/>
                <a:cs typeface="Sarabun Light"/>
              </a:rPr>
              <a:t>การวางแผนสถาปัตยกรรม วงจรชีวิตซอฟต์แวร์ และโครงสร้างความสัมพันธ์ข้อมูล</a:t>
            </a:r>
            <a:endParaRPr/>
          </a:p>
        </p:txBody>
      </p:sp>
      <p:sp>
        <p:nvSpPr>
          <p:cNvPr id="257" name="Google Shape;257;p20">
            <a:extLst xmlns:a="http://schemas.openxmlformats.org/drawingml/2006/main">
              <a:ext uri="{FF2B5EF4-FFF2-40B4-BE49-F238E27FC236}">
                <a16:creationId xmlns:a16="http://schemas.microsoft.com/office/drawing/2014/main" id="{8CA69F9B-3AC1-4EDF-943F-4EFBE210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95312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SLIDE 08 / 1</a:t>
            </a:r>
            <a:r>
              <a:rPr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258" name="Google Shape;258;p20">
            <a:extLst xmlns:a="http://schemas.openxmlformats.org/drawingml/2006/main">
              <a:ext uri="{FF2B5EF4-FFF2-40B4-BE49-F238E27FC236}">
                <a16:creationId xmlns:a16="http://schemas.microsoft.com/office/drawing/2014/main" id="{E473AFFF-1FC9-4A50-B2AC-A2DFABE3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646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BDA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" name="Google Shape;259;p20">
            <a:extLst xmlns:a="http://schemas.openxmlformats.org/drawingml/2006/main">
              <a:ext uri="{FF2B5EF4-FFF2-40B4-BE49-F238E27FC236}">
                <a16:creationId xmlns:a16="http://schemas.microsoft.com/office/drawing/2014/main" id="{6443D8A2-2B94-48E8-BE5C-9CF9C758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97073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6F2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4" name="Google Shape;264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05692077e5418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5" name="Google Shape;265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963cf341ea45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6086475"/>
            <a:ext cx="108585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6" name="Google Shape;266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67781d36614d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775" y="1885950"/>
            <a:ext cx="666750" cy="2190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7" name="Google Shape;267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b18bf2804049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53730" y="1885950"/>
            <a:ext cx="685800" cy="2190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8" name="Google Shape;26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12890d19b243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40685" y="1885950"/>
            <a:ext cx="685800" cy="2190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9" name="Google Shape;269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eb9f09345048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27641" y="1885950"/>
            <a:ext cx="695325" cy="2190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0" name="Google Shape;270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3a6f9b5d4540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1200150"/>
            <a:ext cx="2497335" cy="4886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1" name="Google Shape;271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d16f57023a45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53705" y="1200150"/>
            <a:ext cx="2497335" cy="4886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2" name="Google Shape;272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2b449ad4aa446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40660" y="1200150"/>
            <a:ext cx="2497335" cy="4886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3" name="Google Shape;273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d16f57023a45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27616" y="1200150"/>
            <a:ext cx="2497335" cy="4886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4" name="Google Shape;274;p21">
            <a:extLst xmlns:a="http://schemas.openxmlformats.org/drawingml/2006/main">
              <a:ext uri="{FF2B5EF4-FFF2-40B4-BE49-F238E27FC236}">
                <a16:creationId xmlns:a16="http://schemas.microsoft.com/office/drawing/2014/main" id="{1B23B916-D57A-46AA-A381-E59725E7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248" y="476250"/>
            <a:ext cx="11014501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ขั้นตอนการดำเนินงาน (Methodology)</a:t>
            </a:r>
            <a:endParaRPr/>
          </a:p>
        </p:txBody>
      </p:sp>
      <p:sp>
        <p:nvSpPr>
          <p:cNvPr id="275" name="Google Shape;275;p21">
            <a:extLst xmlns:a="http://schemas.openxmlformats.org/drawingml/2006/main">
              <a:ext uri="{FF2B5EF4-FFF2-40B4-BE49-F238E27FC236}">
                <a16:creationId xmlns:a16="http://schemas.microsoft.com/office/drawing/2014/main" id="{81ECC081-A974-4FBD-85EB-18B345C7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16" name="Google Shape;276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bffdda55824de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557212"/>
            <a:ext cx="254198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7" name="Google Shape;277;p21">
            <a:extLst xmlns:a="http://schemas.openxmlformats.org/drawingml/2006/main">
              <a:ext uri="{FF2B5EF4-FFF2-40B4-BE49-F238E27FC236}">
                <a16:creationId xmlns:a16="http://schemas.microsoft.com/office/drawing/2014/main" id="{15E15424-42A1-4735-B3F9-412CAA1D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SLIDE 09 /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278" name="Google Shape;278;p21">
            <a:extLst xmlns:a="http://schemas.openxmlformats.org/drawingml/2006/main">
              <a:ext uri="{FF2B5EF4-FFF2-40B4-BE49-F238E27FC236}">
                <a16:creationId xmlns:a16="http://schemas.microsoft.com/office/drawing/2014/main" id="{5B466644-FDF1-4F6D-AD32-51608E04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221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9" name="Google Shape;279;p21">
            <a:extLst xmlns:a="http://schemas.openxmlformats.org/drawingml/2006/main">
              <a:ext uri="{FF2B5EF4-FFF2-40B4-BE49-F238E27FC236}">
                <a16:creationId xmlns:a16="http://schemas.microsoft.com/office/drawing/2014/main" id="{0FD56F8F-C938-4607-AA47-30A8E63C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  <p:sp>
        <p:nvSpPr>
          <p:cNvPr id="280" name="Google Shape;280;p21">
            <a:extLst xmlns:a="http://schemas.openxmlformats.org/drawingml/2006/main">
              <a:ext uri="{FF2B5EF4-FFF2-40B4-BE49-F238E27FC236}">
                <a16:creationId xmlns:a16="http://schemas.microsoft.com/office/drawing/2014/main" id="{501E6DF2-8FE4-4111-AE26-41A1EA7F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117" y="14001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2DD"/>
          </a:solidFill>
          <a:ln xmlns:a="http://schemas.openxmlformats.org/drawingml/2006/main" w="38100" cmpd="sng">
            <a:solidFill>
              <a:srgbClr val="65928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Google Shape;281;p21">
            <a:extLst xmlns:a="http://schemas.openxmlformats.org/drawingml/2006/main">
              <a:ext uri="{FF2B5EF4-FFF2-40B4-BE49-F238E27FC236}">
                <a16:creationId xmlns:a16="http://schemas.microsoft.com/office/drawing/2014/main" id="{A8A1FD4C-8516-4067-8C4C-9270FB7A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19325"/>
            <a:ext cx="209728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Requirement Gathering</a:t>
            </a:r>
            <a:endParaRPr/>
          </a:p>
        </p:txBody>
      </p:sp>
      <p:sp>
        <p:nvSpPr>
          <p:cNvPr id="282" name="Google Shape;282;p21">
            <a:extLst xmlns:a="http://schemas.openxmlformats.org/drawingml/2006/main">
              <a:ext uri="{FF2B5EF4-FFF2-40B4-BE49-F238E27FC236}">
                <a16:creationId xmlns:a16="http://schemas.microsoft.com/office/drawing/2014/main" id="{9F5FD5A9-0127-49BC-8A1F-25CE387D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14600"/>
            <a:ext cx="2097285" cy="479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ศึกษาข้อกำหนดและ workflow ที่เกี่ยวข้อง แล้วกำหนดขอบเขตระบบ</a:t>
            </a:r>
            <a:endParaRPr/>
          </a:p>
        </p:txBody>
      </p:sp>
      <p:sp>
        <p:nvSpPr>
          <p:cNvPr id="283" name="Google Shape;283;p21">
            <a:extLst xmlns:a="http://schemas.openxmlformats.org/drawingml/2006/main">
              <a:ext uri="{FF2B5EF4-FFF2-40B4-BE49-F238E27FC236}">
                <a16:creationId xmlns:a16="http://schemas.microsoft.com/office/drawing/2014/main" id="{1AC1A3A3-C32E-4949-9254-86D03F25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73" y="14001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2DD"/>
          </a:solidFill>
          <a:ln xmlns:a="http://schemas.openxmlformats.org/drawingml/2006/main" w="38100" cmpd="sng">
            <a:solidFill>
              <a:srgbClr val="65928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4" name="Google Shape;284;p21">
            <a:extLst xmlns:a="http://schemas.openxmlformats.org/drawingml/2006/main">
              <a:ext uri="{FF2B5EF4-FFF2-40B4-BE49-F238E27FC236}">
                <a16:creationId xmlns:a16="http://schemas.microsoft.com/office/drawing/2014/main" id="{821FA93A-35B0-4EDB-BA3F-6876F3CD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30" y="2219325"/>
            <a:ext cx="209728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System &amp; UX/UI Design</a:t>
            </a:r>
            <a:endParaRPr/>
          </a:p>
        </p:txBody>
      </p:sp>
      <p:sp>
        <p:nvSpPr>
          <p:cNvPr id="285" name="Google Shape;285;p21">
            <a:extLst xmlns:a="http://schemas.openxmlformats.org/drawingml/2006/main">
              <a:ext uri="{FF2B5EF4-FFF2-40B4-BE49-F238E27FC236}">
                <a16:creationId xmlns:a16="http://schemas.microsoft.com/office/drawing/2014/main" id="{E78F25BD-199D-42CF-8D94-2E4851AF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30" y="2514600"/>
            <a:ext cx="2097285" cy="479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ออกแบบโครงสร้างสกีมาฐานข้อมูล (ERD) และจำลองหน้าต่างการใช้งานสไตล์ Soft Glassmorphism</a:t>
            </a:r>
            <a:endParaRPr/>
          </a:p>
        </p:txBody>
      </p:sp>
      <p:sp>
        <p:nvSpPr>
          <p:cNvPr id="286" name="Google Shape;286;p21">
            <a:extLst xmlns:a="http://schemas.openxmlformats.org/drawingml/2006/main">
              <a:ext uri="{FF2B5EF4-FFF2-40B4-BE49-F238E27FC236}">
                <a16:creationId xmlns:a16="http://schemas.microsoft.com/office/drawing/2014/main" id="{D4DAB2E9-F390-490A-B84B-7014D0E5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028" y="14001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2DD"/>
          </a:solidFill>
          <a:ln xmlns:a="http://schemas.openxmlformats.org/drawingml/2006/main" w="38100" cmpd="sng">
            <a:solidFill>
              <a:srgbClr val="65928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Google Shape;287;p21">
            <a:extLst xmlns:a="http://schemas.openxmlformats.org/drawingml/2006/main">
              <a:ext uri="{FF2B5EF4-FFF2-40B4-BE49-F238E27FC236}">
                <a16:creationId xmlns:a16="http://schemas.microsoft.com/office/drawing/2014/main" id="{5EAFF7CC-1641-49F4-B352-8B1393CD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685" y="2219325"/>
            <a:ext cx="209728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Core &amp; AI Dev</a:t>
            </a:r>
            <a:endParaRPr/>
          </a:p>
        </p:txBody>
      </p:sp>
      <p:sp>
        <p:nvSpPr>
          <p:cNvPr id="288" name="Google Shape;288;p21">
            <a:extLst xmlns:a="http://schemas.openxmlformats.org/drawingml/2006/main">
              <a:ext uri="{FF2B5EF4-FFF2-40B4-BE49-F238E27FC236}">
                <a16:creationId xmlns:a16="http://schemas.microsoft.com/office/drawing/2014/main" id="{882EE26A-9D45-4A74-9DC7-1B2C3853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685" y="2514600"/>
            <a:ext cx="2097285" cy="479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พัฒนาระบบหลังบ้าน Next.js บังคับบันทึกรูปหลักฐาน และนำเข้าระบบ RAG กับโมเดลประมวลเอกสาร</a:t>
            </a:r>
            <a:endParaRPr/>
          </a:p>
        </p:txBody>
      </p:sp>
      <p:sp>
        <p:nvSpPr>
          <p:cNvPr id="289" name="Google Shape;289;p21">
            <a:extLst xmlns:a="http://schemas.openxmlformats.org/drawingml/2006/main">
              <a:ext uri="{FF2B5EF4-FFF2-40B4-BE49-F238E27FC236}">
                <a16:creationId xmlns:a16="http://schemas.microsoft.com/office/drawing/2014/main" id="{B7B7B015-6DF4-4C40-AD76-5CB1A663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984" y="14001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2DD"/>
          </a:solidFill>
          <a:ln xmlns:a="http://schemas.openxmlformats.org/drawingml/2006/main" w="38100" cmpd="sng">
            <a:solidFill>
              <a:srgbClr val="65928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0" name="Google Shape;290;p21">
            <a:extLst xmlns:a="http://schemas.openxmlformats.org/drawingml/2006/main">
              <a:ext uri="{FF2B5EF4-FFF2-40B4-BE49-F238E27FC236}">
                <a16:creationId xmlns:a16="http://schemas.microsoft.com/office/drawing/2014/main" id="{2151EAED-941F-4F77-ADD9-27BD7A05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641" y="2219325"/>
            <a:ext cx="209728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Testing &amp; Refinement</a:t>
            </a:r>
            <a:endParaRPr/>
          </a:p>
        </p:txBody>
      </p:sp>
      <p:sp>
        <p:nvSpPr>
          <p:cNvPr id="291" name="Google Shape;291;p21">
            <a:extLst xmlns:a="http://schemas.openxmlformats.org/drawingml/2006/main">
              <a:ext uri="{FF2B5EF4-FFF2-40B4-BE49-F238E27FC236}">
                <a16:creationId xmlns:a16="http://schemas.microsoft.com/office/drawing/2014/main" id="{3A07D517-F456-4ADB-B298-D5C966D3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641" y="2514600"/>
            <a:ext cx="2097285" cy="479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รัน unit, API และ end-to-end tests พร้อมตรวจ TypeScript และ production build</a:t>
            </a:r>
            <a:endParaRPr/>
          </a:p>
        </p:txBody>
      </p:sp>
      <p:sp>
        <p:nvSpPr>
          <p:cNvPr id="292" name="Google Shape;292;p21">
            <a:extLst xmlns:a="http://schemas.openxmlformats.org/drawingml/2006/main">
              <a:ext uri="{FF2B5EF4-FFF2-40B4-BE49-F238E27FC236}">
                <a16:creationId xmlns:a16="http://schemas.microsoft.com/office/drawing/2014/main" id="{D8B0514C-4EB9-427D-8668-0D3BDE2C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514475"/>
            <a:ext cx="977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9492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6F2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2" name="Google Shape;297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fef8d00a434d5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3" name="Google Shape;298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67944065d84e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6086475"/>
            <a:ext cx="108585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4" name="Google Shape;299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f5991bedd44e1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1808857"/>
            <a:ext cx="5310187" cy="3668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5" name="Google Shape;300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13a319ca914a3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4875" y="3144142"/>
            <a:ext cx="4833937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6" name="Google Shape;301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0ec9d839b14c2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4875" y="3915667"/>
            <a:ext cx="4833937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7" name="Google Shape;302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52d7460fa444e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4875" y="4687192"/>
            <a:ext cx="2369343" cy="552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8" name="Google Shape;303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8a511848924b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69468" y="4687192"/>
            <a:ext cx="2369343" cy="552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4" name="Google Shape;304;p22">
            <a:extLst xmlns:a="http://schemas.openxmlformats.org/drawingml/2006/main">
              <a:ext uri="{FF2B5EF4-FFF2-40B4-BE49-F238E27FC236}">
                <a16:creationId xmlns:a16="http://schemas.microsoft.com/office/drawing/2014/main" id="{3F9FE0E4-B54D-4DD8-B032-4A77E86E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248" y="476250"/>
            <a:ext cx="11014501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ภาพรวมระบบและการสัญจรของข้อมูล</a:t>
            </a:r>
            <a:endParaRPr/>
          </a:p>
        </p:txBody>
      </p:sp>
      <p:sp>
        <p:nvSpPr>
          <p:cNvPr id="305" name="Google Shape;305;p22">
            <a:extLst xmlns:a="http://schemas.openxmlformats.org/drawingml/2006/main">
              <a:ext uri="{FF2B5EF4-FFF2-40B4-BE49-F238E27FC236}">
                <a16:creationId xmlns:a16="http://schemas.microsoft.com/office/drawing/2014/main" id="{0EBCE11E-8DE9-46B4-B7A4-7EBBB8BD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41" name="Google Shape;306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e90f2dc32348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557212"/>
            <a:ext cx="254198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7" name="Google Shape;307;p22">
            <a:extLst xmlns:a="http://schemas.openxmlformats.org/drawingml/2006/main">
              <a:ext uri="{FF2B5EF4-FFF2-40B4-BE49-F238E27FC236}">
                <a16:creationId xmlns:a16="http://schemas.microsoft.com/office/drawing/2014/main" id="{796271CE-9107-437F-BDDF-95E4BB1B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SLIDE 10 /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308" name="Google Shape;308;p22">
            <a:extLst xmlns:a="http://schemas.openxmlformats.org/drawingml/2006/main">
              <a:ext uri="{FF2B5EF4-FFF2-40B4-BE49-F238E27FC236}">
                <a16:creationId xmlns:a16="http://schemas.microsoft.com/office/drawing/2014/main" id="{55D06504-6074-482F-8F0A-935A197C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221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9" name="Google Shape;309;p22">
            <a:extLst xmlns:a="http://schemas.openxmlformats.org/drawingml/2006/main">
              <a:ext uri="{FF2B5EF4-FFF2-40B4-BE49-F238E27FC236}">
                <a16:creationId xmlns:a16="http://schemas.microsoft.com/office/drawing/2014/main" id="{E2A07EE8-4197-4F52-A77A-6EC9F330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  <p:sp>
        <p:nvSpPr>
          <p:cNvPr id="310" name="Google Shape;310;p22">
            <a:extLst xmlns:a="http://schemas.openxmlformats.org/drawingml/2006/main">
              <a:ext uri="{FF2B5EF4-FFF2-40B4-BE49-F238E27FC236}">
                <a16:creationId xmlns:a16="http://schemas.microsoft.com/office/drawing/2014/main" id="{723874E7-82A6-4641-AF76-D4083738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04182"/>
            <a:ext cx="483390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2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การสัญจรของข้อมูลระบบ (Overall System Architecture)</a:t>
            </a:r>
            <a:endParaRPr/>
          </a:p>
        </p:txBody>
      </p:sp>
      <p:pic>
        <p:nvPicPr>
          <p:cNvPr id="346" name="Google Shape;311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0446272bcf494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4875" y="2046982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2" name="Google Shape;312;p22">
            <a:extLst xmlns:a="http://schemas.openxmlformats.org/drawingml/2006/main">
              <a:ext uri="{FF2B5EF4-FFF2-40B4-BE49-F238E27FC236}">
                <a16:creationId xmlns:a16="http://schemas.microsoft.com/office/drawing/2014/main" id="{97E19238-EE32-4A17-96D4-7C767601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113657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Overall System Architecture Flow</a:t>
            </a:r>
            <a:endParaRPr/>
          </a:p>
        </p:txBody>
      </p:sp>
      <p:pic>
        <p:nvPicPr>
          <p:cNvPr id="348" name="Google Shape;314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c102c4c97d475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64693" y="3668017"/>
            <a:ext cx="1143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9" name="Google Shape;316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c102c4c97d475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64693" y="4439542"/>
            <a:ext cx="1143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50" name="Google Shape;319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f5991bedd44e1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15075" y="1805850"/>
            <a:ext cx="5507125" cy="3668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51" name="Google Shape;320;p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f5e04d490402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0725" y="2159712"/>
            <a:ext cx="5275816" cy="3169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4428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9" name="Google Shape;325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68d65dfb5e44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6" name="Google Shape;326;p23">
            <a:extLst xmlns:a="http://schemas.openxmlformats.org/drawingml/2006/main">
              <a:ext uri="{FF2B5EF4-FFF2-40B4-BE49-F238E27FC236}">
                <a16:creationId xmlns:a16="http://schemas.microsoft.com/office/drawing/2014/main" id="{E8987E8C-48DB-4118-AB1F-925C0546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248" y="476250"/>
            <a:ext cx="110145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Database Relationship Schema (ERD)</a:t>
            </a:r>
            <a:endParaRPr sz="2400" b="1">
              <a:solidFill>
                <a:srgbClr val="1B2925"/>
              </a:solidFill>
              <a:latin typeface="Sarabun"/>
              <a:ea typeface="Sarabun"/>
              <a:cs typeface="Sarabun"/>
            </a:endParaRPr>
          </a:p>
        </p:txBody>
      </p:sp>
      <p:sp>
        <p:nvSpPr>
          <p:cNvPr id="327" name="Google Shape;327;p23">
            <a:extLst xmlns:a="http://schemas.openxmlformats.org/drawingml/2006/main">
              <a:ext uri="{FF2B5EF4-FFF2-40B4-BE49-F238E27FC236}">
                <a16:creationId xmlns:a16="http://schemas.microsoft.com/office/drawing/2014/main" id="{5D5D7C6E-C324-413B-B5FE-6A137688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58500" cy="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42" name="Google Shape;328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26b3d363f847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557212"/>
            <a:ext cx="254198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3" name="Google Shape;329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e5a84230d044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6086475"/>
            <a:ext cx="108585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4" name="Google Shape;330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47f56c474e42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62263" y="969400"/>
            <a:ext cx="6307300" cy="5586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1" name="Google Shape;331;p23">
            <a:extLst xmlns:a="http://schemas.openxmlformats.org/drawingml/2006/main">
              <a:ext uri="{FF2B5EF4-FFF2-40B4-BE49-F238E27FC236}">
                <a16:creationId xmlns:a16="http://schemas.microsoft.com/office/drawing/2014/main" id="{12E479BF-E8EA-4734-BBD2-3239CEAC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SLIDE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1</a:t>
            </a: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 /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332" name="Google Shape;332;p23">
            <a:extLst xmlns:a="http://schemas.openxmlformats.org/drawingml/2006/main">
              <a:ext uri="{FF2B5EF4-FFF2-40B4-BE49-F238E27FC236}">
                <a16:creationId xmlns:a16="http://schemas.microsoft.com/office/drawing/2014/main" id="{09D50CAF-33C6-47FF-9098-18ADB231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221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3" name="Google Shape;333;p23">
            <a:extLst xmlns:a="http://schemas.openxmlformats.org/drawingml/2006/main">
              <a:ext uri="{FF2B5EF4-FFF2-40B4-BE49-F238E27FC236}">
                <a16:creationId xmlns:a16="http://schemas.microsoft.com/office/drawing/2014/main" id="{AE4CCB52-29AA-43FF-8DF3-9015AE51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8286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  <p:pic>
        <p:nvPicPr>
          <p:cNvPr id="348" name="Google Shape;334;p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1feda9fde4bf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86098" y="1059602"/>
            <a:ext cx="5259625" cy="54058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481544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2" name="Google Shape;339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e5546deed34b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53" name="Google Shape;340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1737612b654c2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54" name="Google Shape;341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13b138ac7645c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5800725"/>
            <a:ext cx="106680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55" name="Google Shape;342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4c731b30034f1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76875" y="2581275"/>
            <a:ext cx="1238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3" name="Google Shape;343;p24">
            <a:extLst xmlns:a="http://schemas.openxmlformats.org/drawingml/2006/main">
              <a:ext uri="{FF2B5EF4-FFF2-40B4-BE49-F238E27FC236}">
                <a16:creationId xmlns:a16="http://schemas.microsoft.com/office/drawing/2014/main" id="{16161C1B-C15E-437B-AB8C-4950A22D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588" y="3095625"/>
            <a:ext cx="5142674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300" b="0" i="0" u="none" cap="none">
                <a:solidFill>
                  <a:srgbClr val="FFFFFF"/>
                </a:solidFill>
                <a:latin typeface="Sarabun ExtraBold"/>
                <a:ea typeface="Sarabun ExtraBold"/>
                <a:cs typeface="Sarabun ExtraBold"/>
              </a:rPr>
              <a:t>เจาะลึกระบบปฏิบัติงานหลัก</a:t>
            </a:r>
            <a:endParaRPr/>
          </a:p>
        </p:txBody>
      </p:sp>
      <p:sp>
        <p:nvSpPr>
          <p:cNvPr id="344" name="Google Shape;344;p24">
            <a:extLst xmlns:a="http://schemas.openxmlformats.org/drawingml/2006/main">
              <a:ext uri="{FF2B5EF4-FFF2-40B4-BE49-F238E27FC236}">
                <a16:creationId xmlns:a16="http://schemas.microsoft.com/office/drawing/2014/main" id="{21311AC4-1B6B-4E67-923C-FB9B4A9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7" y="3752850"/>
            <a:ext cx="5305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B1D3B9"/>
                </a:solidFill>
                <a:latin typeface="Sarabun Light"/>
                <a:ea typeface="Sarabun Light"/>
                <a:cs typeface="Sarabun Light"/>
              </a:rPr>
              <a:t>การจัดการงานซ่อมแก้ไขสินค้า คลังความรู้อัจฉริยะ และการวิเคราะห์สกัดแบบแปลนด้วย AI</a:t>
            </a:r>
            <a:endParaRPr/>
          </a:p>
        </p:txBody>
      </p:sp>
      <p:sp>
        <p:nvSpPr>
          <p:cNvPr id="345" name="Google Shape;345;p24">
            <a:extLst xmlns:a="http://schemas.openxmlformats.org/drawingml/2006/main">
              <a:ext uri="{FF2B5EF4-FFF2-40B4-BE49-F238E27FC236}">
                <a16:creationId xmlns:a16="http://schemas.microsoft.com/office/drawing/2014/main" id="{DCC668FC-1C8F-4D6A-A5BB-98953DA5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95312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SLIDE 1</a:t>
            </a:r>
            <a:r>
              <a:rPr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2</a:t>
            </a:r>
            <a:r>
              <a:rPr sz="825" b="0" i="0" u="none" cap="non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 / 1</a:t>
            </a:r>
            <a:r>
              <a:rPr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346" name="Google Shape;346;p24">
            <a:extLst xmlns:a="http://schemas.openxmlformats.org/drawingml/2006/main">
              <a:ext uri="{FF2B5EF4-FFF2-40B4-BE49-F238E27FC236}">
                <a16:creationId xmlns:a16="http://schemas.microsoft.com/office/drawing/2014/main" id="{E302DDAF-FE56-4AA7-A9BC-0FC3CB35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646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BDA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7" name="Google Shape;347;p24">
            <a:extLst xmlns:a="http://schemas.openxmlformats.org/drawingml/2006/main">
              <a:ext uri="{FF2B5EF4-FFF2-40B4-BE49-F238E27FC236}">
                <a16:creationId xmlns:a16="http://schemas.microsoft.com/office/drawing/2014/main" id="{67F46AF7-8AC2-47D1-8145-8657A4DF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5286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6F2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6" name="Google Shape;352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bea085e1ad4a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7" name="Google Shape;353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8cc2946d6d4b4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6086475"/>
            <a:ext cx="108585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8" name="Google Shape;354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007df36c0843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2137469"/>
            <a:ext cx="5310187" cy="30116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9" name="Google Shape;355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c2e1996a5747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15062" y="2137469"/>
            <a:ext cx="5310187" cy="30116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0" name="Google Shape;356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673f04776f47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24587" y="2146994"/>
            <a:ext cx="5291137" cy="466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1" name="Google Shape;357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4ae129d34f41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24587" y="2613719"/>
            <a:ext cx="5291137" cy="2525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2" name="Google Shape;358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7f46a9bf3947a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81837" y="2261294"/>
            <a:ext cx="4281487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9" name="Google Shape;359;p25">
            <a:extLst xmlns:a="http://schemas.openxmlformats.org/drawingml/2006/main">
              <a:ext uri="{FF2B5EF4-FFF2-40B4-BE49-F238E27FC236}">
                <a16:creationId xmlns:a16="http://schemas.microsoft.com/office/drawing/2014/main" id="{12C83F87-B2DF-4C06-B530-B5C05F85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248" y="476250"/>
            <a:ext cx="11014501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โมดูลจัดการใบงานแก้ไขสินค้า (Rework)</a:t>
            </a:r>
            <a:endParaRPr/>
          </a:p>
        </p:txBody>
      </p:sp>
      <p:sp>
        <p:nvSpPr>
          <p:cNvPr id="360" name="Google Shape;360;p25">
            <a:extLst xmlns:a="http://schemas.openxmlformats.org/drawingml/2006/main">
              <a:ext uri="{FF2B5EF4-FFF2-40B4-BE49-F238E27FC236}">
                <a16:creationId xmlns:a16="http://schemas.microsoft.com/office/drawing/2014/main" id="{522B7960-3DB3-404C-8FE5-FEBE8BB0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05" name="Google Shape;361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dda26abfbb48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557212"/>
            <a:ext cx="254198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2" name="Google Shape;362;p25">
            <a:extLst xmlns:a="http://schemas.openxmlformats.org/drawingml/2006/main">
              <a:ext uri="{FF2B5EF4-FFF2-40B4-BE49-F238E27FC236}">
                <a16:creationId xmlns:a16="http://schemas.microsoft.com/office/drawing/2014/main" id="{B43D999B-724C-44C3-9435-A4770FB2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SLIDE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3</a:t>
            </a: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 /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363" name="Google Shape;363;p25">
            <a:extLst xmlns:a="http://schemas.openxmlformats.org/drawingml/2006/main">
              <a:ext uri="{FF2B5EF4-FFF2-40B4-BE49-F238E27FC236}">
                <a16:creationId xmlns:a16="http://schemas.microsoft.com/office/drawing/2014/main" id="{908B3144-A85C-4658-924D-A30E457C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221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4" name="Google Shape;364;p25">
            <a:extLst xmlns:a="http://schemas.openxmlformats.org/drawingml/2006/main">
              <a:ext uri="{FF2B5EF4-FFF2-40B4-BE49-F238E27FC236}">
                <a16:creationId xmlns:a16="http://schemas.microsoft.com/office/drawing/2014/main" id="{01E3215E-F452-4380-881E-14C20D1C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  <p:sp>
        <p:nvSpPr>
          <p:cNvPr id="365" name="Google Shape;365;p25">
            <a:extLst xmlns:a="http://schemas.openxmlformats.org/drawingml/2006/main">
              <a:ext uri="{FF2B5EF4-FFF2-40B4-BE49-F238E27FC236}">
                <a16:creationId xmlns:a16="http://schemas.microsoft.com/office/drawing/2014/main" id="{64F81FB3-1EC0-4F68-A72D-D6E031B3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2794"/>
            <a:ext cx="479580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2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สถานะและการส่งต่องานในกระบวนการ Rework (Rework Case Lifecycle)</a:t>
            </a:r>
            <a:endParaRPr/>
          </a:p>
        </p:txBody>
      </p:sp>
      <p:pic>
        <p:nvPicPr>
          <p:cNvPr id="410" name="Google Shape;366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2e7538c12f40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2975" y="2375594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7" name="Google Shape;367;p25">
            <a:extLst xmlns:a="http://schemas.openxmlformats.org/drawingml/2006/main">
              <a:ext uri="{FF2B5EF4-FFF2-40B4-BE49-F238E27FC236}">
                <a16:creationId xmlns:a16="http://schemas.microsoft.com/office/drawing/2014/main" id="{C2A82705-8360-4FAD-9A29-880A5C74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42269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Rework Case Lifecycle &amp; Operations</a:t>
            </a:r>
            <a:endParaRPr/>
          </a:p>
        </p:txBody>
      </p:sp>
      <p:sp>
        <p:nvSpPr>
          <p:cNvPr id="368" name="Google Shape;368;p25">
            <a:extLst xmlns:a="http://schemas.openxmlformats.org/drawingml/2006/main">
              <a:ext uri="{FF2B5EF4-FFF2-40B4-BE49-F238E27FC236}">
                <a16:creationId xmlns:a16="http://schemas.microsoft.com/office/drawing/2014/main" id="{179AFDCF-0763-49D4-A409-DCD3DC38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53705"/>
            <a:ext cx="4795837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 u="none" cap="none">
                <a:solidFill>
                  <a:schemeClr val="dk1"/>
                </a:solidFill>
                <a:latin typeface="Sarabun"/>
                <a:ea typeface="Sarabun"/>
                <a:cs typeface="Sarabun"/>
              </a:rPr>
              <a:t>Pending Analysis (รอวิเคราะห์): ตรวจข้อมูลเคสและประเมินแนวทางแก้ไข</a:t>
            </a:r>
            <a:endParaRPr/>
          </a:p>
        </p:txBody>
      </p:sp>
      <p:sp>
        <p:nvSpPr>
          <p:cNvPr id="369" name="Google Shape;369;p25">
            <a:extLst xmlns:a="http://schemas.openxmlformats.org/drawingml/2006/main">
              <a:ext uri="{FF2B5EF4-FFF2-40B4-BE49-F238E27FC236}">
                <a16:creationId xmlns:a16="http://schemas.microsoft.com/office/drawing/2014/main" id="{F95859E9-F8FB-411A-8EA6-B5313AE3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01355"/>
            <a:ext cx="47958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0" name="Google Shape;370;p25">
            <a:extLst xmlns:a="http://schemas.openxmlformats.org/drawingml/2006/main">
              <a:ext uri="{FF2B5EF4-FFF2-40B4-BE49-F238E27FC236}">
                <a16:creationId xmlns:a16="http://schemas.microsoft.com/office/drawing/2014/main" id="{E5813960-D19E-4FC0-AC1F-329C08A3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64475"/>
            <a:ext cx="5167500" cy="1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 u="none" cap="none">
                <a:solidFill>
                  <a:schemeClr val="dk1"/>
                </a:solidFill>
                <a:latin typeface="Sarabun"/>
                <a:ea typeface="Sarabun"/>
                <a:cs typeface="Sarabun"/>
              </a:rPr>
              <a:t>Awaiting Materials (รอเบิกของ): QSMS ส่งรายการเบิกให้ WPK ก่อนเริ่มซ่อม</a:t>
            </a:r>
            <a:endParaRPr/>
          </a:p>
        </p:txBody>
      </p:sp>
      <p:sp>
        <p:nvSpPr>
          <p:cNvPr id="371" name="Google Shape;371;p25">
            <a:extLst xmlns:a="http://schemas.openxmlformats.org/drawingml/2006/main">
              <a:ext uri="{FF2B5EF4-FFF2-40B4-BE49-F238E27FC236}">
                <a16:creationId xmlns:a16="http://schemas.microsoft.com/office/drawing/2014/main" id="{F1CE791A-190B-48BA-A5F2-B3EB583F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68080"/>
            <a:ext cx="47958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2" name="Google Shape;372;p25">
            <a:extLst xmlns:a="http://schemas.openxmlformats.org/drawingml/2006/main">
              <a:ext uri="{FF2B5EF4-FFF2-40B4-BE49-F238E27FC236}">
                <a16:creationId xmlns:a16="http://schemas.microsoft.com/office/drawing/2014/main" id="{90538D46-B64A-4C88-8179-55C089D7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53805"/>
            <a:ext cx="479583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 u="none" cap="none">
                <a:solidFill>
                  <a:schemeClr val="dk1"/>
                </a:solidFill>
                <a:latin typeface="Sarabun"/>
                <a:ea typeface="Sarabun"/>
                <a:cs typeface="Sarabun"/>
              </a:rPr>
              <a:t>In-Progress (กำลังซ่อม): PDF บันทึกความคืบหน้าและหลักฐานระหว่างดำเนินงาน</a:t>
            </a:r>
            <a:endParaRPr/>
          </a:p>
        </p:txBody>
      </p:sp>
      <p:sp>
        <p:nvSpPr>
          <p:cNvPr id="373" name="Google Shape;373;p25">
            <a:extLst xmlns:a="http://schemas.openxmlformats.org/drawingml/2006/main">
              <a:ext uri="{FF2B5EF4-FFF2-40B4-BE49-F238E27FC236}">
                <a16:creationId xmlns:a16="http://schemas.microsoft.com/office/drawing/2014/main" id="{9E1A860E-FC87-405D-8588-DDCCA4D0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34805"/>
            <a:ext cx="47958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4" name="Google Shape;374;p25">
            <a:extLst xmlns:a="http://schemas.openxmlformats.org/drawingml/2006/main">
              <a:ext uri="{FF2B5EF4-FFF2-40B4-BE49-F238E27FC236}">
                <a16:creationId xmlns:a16="http://schemas.microsoft.com/office/drawing/2014/main" id="{D3BE74FE-4ACD-45CA-8C0D-9FECC766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720530"/>
            <a:ext cx="4510087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 u="none" cap="none">
                <a:solidFill>
                  <a:schemeClr val="dk1"/>
                </a:solidFill>
                <a:latin typeface="Sarabun"/>
                <a:ea typeface="Sarabun"/>
                <a:cs typeface="Sarabun"/>
              </a:rPr>
              <a:t>Completed (ซ่อมครบ): QSMS หรือ Admin ตรวจรับ QC และลงนามปิดเคส</a:t>
            </a:r>
            <a:endParaRPr/>
          </a:p>
        </p:txBody>
      </p:sp>
      <p:sp>
        <p:nvSpPr>
          <p:cNvPr id="375" name="Google Shape;375;p25">
            <a:extLst xmlns:a="http://schemas.openxmlformats.org/drawingml/2006/main">
              <a:ext uri="{FF2B5EF4-FFF2-40B4-BE49-F238E27FC236}">
                <a16:creationId xmlns:a16="http://schemas.microsoft.com/office/drawing/2014/main" id="{1746D503-C321-41BA-81C0-9D4F4A8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7" y="2327969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6" name="Google Shape;376;p25">
            <a:extLst xmlns:a="http://schemas.openxmlformats.org/drawingml/2006/main">
              <a:ext uri="{FF2B5EF4-FFF2-40B4-BE49-F238E27FC236}">
                <a16:creationId xmlns:a16="http://schemas.microsoft.com/office/drawing/2014/main" id="{7F1D7D8D-58FA-46A0-ABF6-E901726E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7" y="2327969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7" name="Google Shape;377;p25">
            <a:extLst xmlns:a="http://schemas.openxmlformats.org/drawingml/2006/main">
              <a:ext uri="{FF2B5EF4-FFF2-40B4-BE49-F238E27FC236}">
                <a16:creationId xmlns:a16="http://schemas.microsoft.com/office/drawing/2014/main" id="{837038A4-2CA4-43AF-9CB7-55051F48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887" y="2327969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8" name="Google Shape;378;p25">
            <a:extLst xmlns:a="http://schemas.openxmlformats.org/drawingml/2006/main">
              <a:ext uri="{FF2B5EF4-FFF2-40B4-BE49-F238E27FC236}">
                <a16:creationId xmlns:a16="http://schemas.microsoft.com/office/drawing/2014/main" id="{F8D18367-51A6-4879-B7EF-C918F04C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031" y="4005262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[ พื้นที่จำลองหน้าจอระบบจริง / Webapp Screenshot Space ]</a:t>
            </a:r>
            <a:endParaRPr/>
          </a:p>
        </p:txBody>
      </p:sp>
      <p:sp>
        <p:nvSpPr>
          <p:cNvPr id="379" name="Google Shape;379;p25">
            <a:extLst xmlns:a="http://schemas.openxmlformats.org/drawingml/2006/main">
              <a:ext uri="{FF2B5EF4-FFF2-40B4-BE49-F238E27FC236}">
                <a16:creationId xmlns:a16="http://schemas.microsoft.com/office/drawing/2014/main" id="{AF256362-7118-4A63-A699-CA0E124D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818" y="4214812"/>
            <a:ext cx="3114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แสดงหน้าป้อนข้อมูล Rework, ถ่ายภาพอัปโหลด และสถานะใบงานจริง</a:t>
            </a:r>
            <a:endParaRPr/>
          </a:p>
        </p:txBody>
      </p:sp>
      <p:pic>
        <p:nvPicPr>
          <p:cNvPr id="424" name="Google Shape;380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ca3918765a463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2475" y="3453705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5" name="Google Shape;381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25442027cd40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2475" y="3844218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6" name="Google Shape;382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efda81bfb8467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2950" y="4325243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7" name="Google Shape;383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839e4d90fa4ef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2975" y="4720530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8" name="Google Shape;384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4c9179598049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55843" y="3471862"/>
            <a:ext cx="428625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9" name="Google Shape;385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efbc498e7346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90600" y="4763392"/>
            <a:ext cx="95250" cy="104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0" name="Google Shape;386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13347f771428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95843" y="2641325"/>
            <a:ext cx="5167502" cy="24707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584661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6F2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6" name="Google Shape;391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1a6c97f482470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7" name="Google Shape;392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97e9b1641447a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6086475"/>
            <a:ext cx="108585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8" name="Google Shape;393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b9538b32f5451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2361307"/>
            <a:ext cx="5310187" cy="25640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9" name="Google Shape;394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b1077c15794ac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15062" y="2361307"/>
            <a:ext cx="5310187" cy="25640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0" name="Google Shape;395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943a8bfd7c44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4875" y="3677542"/>
            <a:ext cx="4833937" cy="1009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6" name="Google Shape;396;p26">
            <a:extLst xmlns:a="http://schemas.openxmlformats.org/drawingml/2006/main">
              <a:ext uri="{FF2B5EF4-FFF2-40B4-BE49-F238E27FC236}">
                <a16:creationId xmlns:a16="http://schemas.microsoft.com/office/drawing/2014/main" id="{A0A4C07E-96B8-4B62-B1CE-CFC57C43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73" y="476250"/>
            <a:ext cx="1104450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ระบบสกัดแบบแปลนและตรวจสอบข้อมูล</a:t>
            </a:r>
            <a:endParaRPr/>
          </a:p>
        </p:txBody>
      </p:sp>
      <p:sp>
        <p:nvSpPr>
          <p:cNvPr id="397" name="Google Shape;397;p26">
            <a:extLst xmlns:a="http://schemas.openxmlformats.org/drawingml/2006/main">
              <a:ext uri="{FF2B5EF4-FFF2-40B4-BE49-F238E27FC236}">
                <a16:creationId xmlns:a16="http://schemas.microsoft.com/office/drawing/2014/main" id="{4A18632A-BFCB-450C-8763-3CB59FE6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33" name="Google Shape;398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6d55e29ac94f6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557212"/>
            <a:ext cx="225623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9" name="Google Shape;399;p26">
            <a:extLst xmlns:a="http://schemas.openxmlformats.org/drawingml/2006/main">
              <a:ext uri="{FF2B5EF4-FFF2-40B4-BE49-F238E27FC236}">
                <a16:creationId xmlns:a16="http://schemas.microsoft.com/office/drawing/2014/main" id="{BDE809FD-8AB4-4C35-A7BD-0A4FC769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SLIDE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4</a:t>
            </a: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 /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400" name="Google Shape;400;p26">
            <a:extLst xmlns:a="http://schemas.openxmlformats.org/drawingml/2006/main">
              <a:ext uri="{FF2B5EF4-FFF2-40B4-BE49-F238E27FC236}">
                <a16:creationId xmlns:a16="http://schemas.microsoft.com/office/drawing/2014/main" id="{83A2EB6D-5ED9-44E8-8B6D-DD8504EC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221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1" name="Google Shape;401;p26">
            <a:extLst xmlns:a="http://schemas.openxmlformats.org/drawingml/2006/main">
              <a:ext uri="{FF2B5EF4-FFF2-40B4-BE49-F238E27FC236}">
                <a16:creationId xmlns:a16="http://schemas.microsoft.com/office/drawing/2014/main" id="{7F419795-6D5C-43BB-A6A1-D1893AFC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  <p:sp>
        <p:nvSpPr>
          <p:cNvPr id="402" name="Google Shape;402;p26">
            <a:extLst xmlns:a="http://schemas.openxmlformats.org/drawingml/2006/main">
              <a:ext uri="{FF2B5EF4-FFF2-40B4-BE49-F238E27FC236}">
                <a16:creationId xmlns:a16="http://schemas.microsoft.com/office/drawing/2014/main" id="{A70D078C-E643-4566-995E-D215BA7C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56632"/>
            <a:ext cx="483390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2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ขั้นตอนสกัดข้อมูลวิศวกรรม (AI Document OCR Workflow)</a:t>
            </a:r>
            <a:endParaRPr/>
          </a:p>
        </p:txBody>
      </p:sp>
      <p:sp>
        <p:nvSpPr>
          <p:cNvPr id="403" name="Google Shape;403;p26">
            <a:extLst xmlns:a="http://schemas.openxmlformats.org/drawingml/2006/main">
              <a:ext uri="{FF2B5EF4-FFF2-40B4-BE49-F238E27FC236}">
                <a16:creationId xmlns:a16="http://schemas.microsoft.com/office/drawing/2014/main" id="{FDD9B224-2B05-461E-9B4D-12B0075E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7" y="3085207"/>
            <a:ext cx="4833937" cy="41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2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ระบบจัดข้อมูลอ้างอิงและแจ้งสถานะ Match, Conflict หรือ New Item ก่อนบันทึก</a:t>
            </a:r>
            <a:endParaRPr/>
          </a:p>
        </p:txBody>
      </p:sp>
      <p:pic>
        <p:nvPicPr>
          <p:cNvPr id="439" name="Google Shape;404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caa790eea940f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4875" y="2599432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5" name="Google Shape;405;p26">
            <a:extLst xmlns:a="http://schemas.openxmlformats.org/drawingml/2006/main">
              <a:ext uri="{FF2B5EF4-FFF2-40B4-BE49-F238E27FC236}">
                <a16:creationId xmlns:a16="http://schemas.microsoft.com/office/drawing/2014/main" id="{63C3A183-269C-4A47-9ADF-08A2BAA8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666107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AI Document OCR Workflow</a:t>
            </a:r>
            <a:endParaRPr/>
          </a:p>
        </p:txBody>
      </p:sp>
      <p:sp>
        <p:nvSpPr>
          <p:cNvPr id="406" name="Google Shape;406;p26">
            <a:extLst xmlns:a="http://schemas.openxmlformats.org/drawingml/2006/main">
              <a:ext uri="{FF2B5EF4-FFF2-40B4-BE49-F238E27FC236}">
                <a16:creationId xmlns:a16="http://schemas.microsoft.com/office/drawing/2014/main" id="{BE0CFEC3-6225-4D13-957F-D16ED270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01367"/>
            <a:ext cx="4586400" cy="117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938">
                <a:solidFill>
                  <a:srgbClr val="1B2925"/>
                </a:solidFill>
                <a:latin typeface="Sarabun"/>
                <a:ea typeface="Sarabun"/>
                <a:cs typeface="Sarabun"/>
              </a:defRPr>
            </a:pPr>
            <a:r>
              <a:rPr sz="938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• Upload PDF: เลือกไฟล์แบบแปลน</a:t>
            </a:r>
            <a:endParaRPr sz="937" b="0" i="0" u="none" cap="none">
              <a:solidFill>
                <a:srgbClr val="1B2925"/>
              </a:solidFill>
              <a:latin typeface="Sarabun"/>
              <a:ea typeface="Sarabun"/>
              <a:cs typeface="Sarabun"/>
            </a:endParaRPr>
          </a:p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938">
                <a:solidFill>
                  <a:srgbClr val="1B2925"/>
                </a:solidFill>
                <a:latin typeface="Sarabun"/>
                <a:ea typeface="Sarabun"/>
                <a:cs typeface="Sarabun"/>
              </a:defRPr>
            </a:pPr>
            <a:r>
              <a:rPr sz="938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• AI Parser: Gemini สกัด Item, Drawing No., Revision และ Part</a:t>
            </a:r>
            <a:endParaRPr/>
          </a:p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938">
                <a:solidFill>
                  <a:srgbClr val="1B2925"/>
                </a:solidFill>
                <a:latin typeface="Sarabun"/>
                <a:ea typeface="Sarabun"/>
                <a:cs typeface="Sarabun"/>
              </a:defRPr>
            </a:pPr>
            <a:r>
              <a:rPr sz="938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• Review: ผู้ใช้ตรวจทานข้อมูลที่ระบบสกัดก่อนบันทึก</a:t>
            </a:r>
            <a:endParaRPr/>
          </a:p>
        </p:txBody>
      </p:sp>
      <p:pic>
        <p:nvPicPr>
          <p:cNvPr id="442" name="Google Shape;407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1cb7e3dc3a454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53187" y="2628007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8" name="Google Shape;408;p26">
            <a:extLst xmlns:a="http://schemas.openxmlformats.org/drawingml/2006/main">
              <a:ext uri="{FF2B5EF4-FFF2-40B4-BE49-F238E27FC236}">
                <a16:creationId xmlns:a16="http://schemas.microsoft.com/office/drawing/2014/main" id="{18FE4891-0A6A-4DBC-8A61-23B55D70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337" y="2694682"/>
            <a:ext cx="1838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Smart Verification Logic</a:t>
            </a:r>
            <a:endParaRPr/>
          </a:p>
        </p:txBody>
      </p:sp>
      <p:sp>
        <p:nvSpPr>
          <p:cNvPr id="409" name="Google Shape;409;p26">
            <a:extLst xmlns:a="http://schemas.openxmlformats.org/drawingml/2006/main">
              <a:ext uri="{FF2B5EF4-FFF2-40B4-BE49-F238E27FC236}">
                <a16:creationId xmlns:a16="http://schemas.microsoft.com/office/drawing/2014/main" id="{A6CEE581-3B9C-4B53-A2DC-AAC8823B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7" y="3658492"/>
            <a:ext cx="483393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DA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0" name="Google Shape;410;p26">
            <a:extLst xmlns:a="http://schemas.openxmlformats.org/drawingml/2006/main">
              <a:ext uri="{FF2B5EF4-FFF2-40B4-BE49-F238E27FC236}">
                <a16:creationId xmlns:a16="http://schemas.microsoft.com/office/drawing/2014/main" id="{907C5FBD-5A9A-4C26-8065-B3F66021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7" y="3696592"/>
            <a:ext cx="4738687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cap="none">
                <a:solidFill>
                  <a:srgbClr val="2D5C46"/>
                </a:solidFill>
                <a:latin typeface="Sarabun"/>
                <a:ea typeface="Sarabun"/>
                <a:cs typeface="Sarabun"/>
              </a:rPr>
              <a:t>Match (ข้อมูลตรงกัน):</a:t>
            </a:r>
            <a:r>
              <a:rPr sz="900" b="0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 ดึงข้อมูลสเปกสินค้าลงตารางฟอร์มอัตโนมัติ (Autofill)</a:t>
            </a:r>
            <a:endParaRPr/>
          </a:p>
        </p:txBody>
      </p:sp>
      <p:sp>
        <p:nvSpPr>
          <p:cNvPr id="411" name="Google Shape;411;p26">
            <a:extLst xmlns:a="http://schemas.openxmlformats.org/drawingml/2006/main">
              <a:ext uri="{FF2B5EF4-FFF2-40B4-BE49-F238E27FC236}">
                <a16:creationId xmlns:a16="http://schemas.microsoft.com/office/drawing/2014/main" id="{0DAD0E52-0620-439C-9FD2-73DC4A02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7" y="3658492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4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2" name="Google Shape;412;p26">
            <a:extLst xmlns:a="http://schemas.openxmlformats.org/drawingml/2006/main">
              <a:ext uri="{FF2B5EF4-FFF2-40B4-BE49-F238E27FC236}">
                <a16:creationId xmlns:a16="http://schemas.microsoft.com/office/drawing/2014/main" id="{8E05EAB9-2BB3-472C-B994-F249FF00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7" y="3963292"/>
            <a:ext cx="483393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72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3" name="Google Shape;413;p26">
            <a:extLst xmlns:a="http://schemas.openxmlformats.org/drawingml/2006/main">
              <a:ext uri="{FF2B5EF4-FFF2-40B4-BE49-F238E27FC236}">
                <a16:creationId xmlns:a16="http://schemas.microsoft.com/office/drawing/2014/main" id="{BD99F134-F569-4174-AFA3-BC706A19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7" y="4001392"/>
            <a:ext cx="4738687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cap="none">
                <a:solidFill>
                  <a:srgbClr val="7A221C"/>
                </a:solidFill>
                <a:latin typeface="Sarabun"/>
                <a:ea typeface="Sarabun"/>
                <a:cs typeface="Sarabun"/>
              </a:rPr>
              <a:t>Conflict (ข้อมูลขัดแย้ง):</a:t>
            </a:r>
            <a:r>
              <a:rPr sz="900" b="0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 ระบบส่งสัญญาณเตือนสีแดง บล็อกสิทธิ์ไม่ให้ผู้ใช้งานกดเซฟคีย์ซ้ำ</a:t>
            </a:r>
            <a:endParaRPr/>
          </a:p>
        </p:txBody>
      </p:sp>
      <p:sp>
        <p:nvSpPr>
          <p:cNvPr id="414" name="Google Shape;414;p26">
            <a:extLst xmlns:a="http://schemas.openxmlformats.org/drawingml/2006/main">
              <a:ext uri="{FF2B5EF4-FFF2-40B4-BE49-F238E27FC236}">
                <a16:creationId xmlns:a16="http://schemas.microsoft.com/office/drawing/2014/main" id="{173A9C94-C23B-4EFB-90E1-7F1A1927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7" y="3963292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21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5" name="Google Shape;415;p26">
            <a:extLst xmlns:a="http://schemas.openxmlformats.org/drawingml/2006/main">
              <a:ext uri="{FF2B5EF4-FFF2-40B4-BE49-F238E27FC236}">
                <a16:creationId xmlns:a16="http://schemas.microsoft.com/office/drawing/2014/main" id="{D4614EF9-110E-465D-AA06-1610360E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7" y="4268092"/>
            <a:ext cx="483393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6" name="Google Shape;416;p26">
            <a:extLst xmlns:a="http://schemas.openxmlformats.org/drawingml/2006/main">
              <a:ext uri="{FF2B5EF4-FFF2-40B4-BE49-F238E27FC236}">
                <a16:creationId xmlns:a16="http://schemas.microsoft.com/office/drawing/2014/main" id="{3880C057-6A29-4340-94CF-15EF10A8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7" y="4306192"/>
            <a:ext cx="4738687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cap="none">
                <a:solidFill>
                  <a:srgbClr val="1B3D35"/>
                </a:solidFill>
                <a:latin typeface="Sarabun"/>
                <a:ea typeface="Sarabun"/>
                <a:cs typeface="Sarabun"/>
              </a:rPr>
              <a:t>New Item (สินค้าใหม่):</a:t>
            </a:r>
            <a:r>
              <a:rPr sz="900" b="0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 ปลดล็อกให้ป้อนรายละเอียดด้วยตัวเองและอัปเดตเข้าฐาน Master</a:t>
            </a:r>
            <a:endParaRPr/>
          </a:p>
        </p:txBody>
      </p:sp>
      <p:sp>
        <p:nvSpPr>
          <p:cNvPr id="417" name="Google Shape;417;p26">
            <a:extLst xmlns:a="http://schemas.openxmlformats.org/drawingml/2006/main">
              <a:ext uri="{FF2B5EF4-FFF2-40B4-BE49-F238E27FC236}">
                <a16:creationId xmlns:a16="http://schemas.microsoft.com/office/drawing/2014/main" id="{BE1FD307-58BE-46CE-9BF6-906BBAB1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7" y="4268092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50596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6F2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5" name="Google Shape;422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083b39e7944b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66" name="Google Shape;423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e2b200ddd3426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6086475"/>
            <a:ext cx="108585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67" name="Google Shape;424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8f7018379a44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9425" y="2378425"/>
            <a:ext cx="5637501" cy="2529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68" name="Google Shape;425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de7f6c82de4ec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0632" y="3460402"/>
            <a:ext cx="4833937" cy="1200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6" name="Google Shape;426;p27">
            <a:extLst xmlns:a="http://schemas.openxmlformats.org/drawingml/2006/main">
              <a:ext uri="{FF2B5EF4-FFF2-40B4-BE49-F238E27FC236}">
                <a16:creationId xmlns:a16="http://schemas.microsoft.com/office/drawing/2014/main" id="{C2BA3625-5CF3-400C-8083-DFF6ECFC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23" y="476250"/>
            <a:ext cx="10984497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โมดูลคลังความรู้อัจฉริยะ (QSMS DocAI)</a:t>
            </a:r>
            <a:endParaRPr/>
          </a:p>
        </p:txBody>
      </p:sp>
      <p:sp>
        <p:nvSpPr>
          <p:cNvPr id="427" name="Google Shape;427;p27">
            <a:extLst xmlns:a="http://schemas.openxmlformats.org/drawingml/2006/main">
              <a:ext uri="{FF2B5EF4-FFF2-40B4-BE49-F238E27FC236}">
                <a16:creationId xmlns:a16="http://schemas.microsoft.com/office/drawing/2014/main" id="{0D9C6ACE-008C-4629-A7B1-222CE997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71" name="Google Shape;428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f98d5c54224e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557212"/>
            <a:ext cx="282773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9" name="Google Shape;429;p27">
            <a:extLst xmlns:a="http://schemas.openxmlformats.org/drawingml/2006/main">
              <a:ext uri="{FF2B5EF4-FFF2-40B4-BE49-F238E27FC236}">
                <a16:creationId xmlns:a16="http://schemas.microsoft.com/office/drawing/2014/main" id="{CA7CC13E-6B7E-425D-8519-2C36DC62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SLIDE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5</a:t>
            </a: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 /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430" name="Google Shape;430;p27">
            <a:extLst xmlns:a="http://schemas.openxmlformats.org/drawingml/2006/main">
              <a:ext uri="{FF2B5EF4-FFF2-40B4-BE49-F238E27FC236}">
                <a16:creationId xmlns:a16="http://schemas.microsoft.com/office/drawing/2014/main" id="{922C86CE-3277-486B-A55C-8B4FDF17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221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1" name="Google Shape;431;p27">
            <a:extLst xmlns:a="http://schemas.openxmlformats.org/drawingml/2006/main">
              <a:ext uri="{FF2B5EF4-FFF2-40B4-BE49-F238E27FC236}">
                <a16:creationId xmlns:a16="http://schemas.microsoft.com/office/drawing/2014/main" id="{3EBFDF09-B51B-46C3-9157-8667E696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  <p:sp>
        <p:nvSpPr>
          <p:cNvPr id="432" name="Google Shape;432;p27">
            <a:extLst xmlns:a="http://schemas.openxmlformats.org/drawingml/2006/main">
              <a:ext uri="{FF2B5EF4-FFF2-40B4-BE49-F238E27FC236}">
                <a16:creationId xmlns:a16="http://schemas.microsoft.com/office/drawing/2014/main" id="{5F6C8F7B-8D83-4AD8-80B8-FBCDF2EE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73747"/>
            <a:ext cx="4833937" cy="205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2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ระบบสืบค้นข้อมูลคู่มือเชิงความหมายและการตอบคำถามแบบ Streaming (SSE):</a:t>
            </a:r>
            <a:endParaRPr/>
          </a:p>
        </p:txBody>
      </p:sp>
      <p:pic>
        <p:nvPicPr>
          <p:cNvPr id="476" name="Google Shape;433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608216abdc42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4875" y="2616547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4" name="Google Shape;434;p27">
            <a:extLst xmlns:a="http://schemas.openxmlformats.org/drawingml/2006/main">
              <a:ext uri="{FF2B5EF4-FFF2-40B4-BE49-F238E27FC236}">
                <a16:creationId xmlns:a16="http://schemas.microsoft.com/office/drawing/2014/main" id="{8D12129F-A48F-41E6-81AF-C8ED4F1B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683222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AI Knowledge Ingestion &amp; RAG Flow</a:t>
            </a:r>
            <a:endParaRPr/>
          </a:p>
        </p:txBody>
      </p:sp>
      <p:pic>
        <p:nvPicPr>
          <p:cNvPr id="478" name="Google Shape;438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6fb34ed854464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6519532" y="1618309"/>
            <a:ext cx="2337095" cy="206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9" name="Google Shape;439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21c7b378cc48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6898180" y="1668807"/>
            <a:ext cx="1891133" cy="1009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0" name="Google Shape;440;p27">
            <a:extLst xmlns:a="http://schemas.openxmlformats.org/drawingml/2006/main">
              <a:ext uri="{FF2B5EF4-FFF2-40B4-BE49-F238E27FC236}">
                <a16:creationId xmlns:a16="http://schemas.microsoft.com/office/drawing/2014/main" id="{2B80F1E5-6236-47E1-9455-F49F7D2F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6847" y="1698264"/>
            <a:ext cx="42138" cy="421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0400" tIns="20175" rIns="40400" bIns="201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1" name="Google Shape;441;p27">
            <a:extLst xmlns:a="http://schemas.openxmlformats.org/drawingml/2006/main">
              <a:ext uri="{FF2B5EF4-FFF2-40B4-BE49-F238E27FC236}">
                <a16:creationId xmlns:a16="http://schemas.microsoft.com/office/drawing/2014/main" id="{47CC0B0A-0B90-4EAB-B254-C2A98ECF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2577" y="1698264"/>
            <a:ext cx="42138" cy="421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0400" tIns="20175" rIns="40400" bIns="201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2" name="Google Shape;442;p27">
            <a:extLst xmlns:a="http://schemas.openxmlformats.org/drawingml/2006/main">
              <a:ext uri="{FF2B5EF4-FFF2-40B4-BE49-F238E27FC236}">
                <a16:creationId xmlns:a16="http://schemas.microsoft.com/office/drawing/2014/main" id="{3D3D8315-1EAD-40DF-8783-DC4E4FEC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8306" y="1698264"/>
            <a:ext cx="42138" cy="421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0400" tIns="20175" rIns="40400" bIns="201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83" name="Google Shape;443;p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fc5c095c948a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8075" y="1824350"/>
            <a:ext cx="2337172" cy="4010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4" name="Google Shape;444;p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b80a25dfd46b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9475" y="1824350"/>
            <a:ext cx="2337176" cy="40103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5" name="Google Shape;446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6fb34ed854464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9188119" y="1618309"/>
            <a:ext cx="2337095" cy="2061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6" name="Google Shape;447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21c7b378cc48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9566767" y="1668807"/>
            <a:ext cx="1891133" cy="1009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8" name="Google Shape;448;p27">
            <a:extLst xmlns:a="http://schemas.openxmlformats.org/drawingml/2006/main">
              <a:ext uri="{FF2B5EF4-FFF2-40B4-BE49-F238E27FC236}">
                <a16:creationId xmlns:a16="http://schemas.microsoft.com/office/drawing/2014/main" id="{E9DC94E7-844F-4A0B-9E42-0C0C195E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5434" y="1698264"/>
            <a:ext cx="42138" cy="421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0400" tIns="20175" rIns="40400" bIns="201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9" name="Google Shape;449;p27">
            <a:extLst xmlns:a="http://schemas.openxmlformats.org/drawingml/2006/main">
              <a:ext uri="{FF2B5EF4-FFF2-40B4-BE49-F238E27FC236}">
                <a16:creationId xmlns:a16="http://schemas.microsoft.com/office/drawing/2014/main" id="{0EE13F10-D5F8-46D2-8CF8-3BF116B6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1164" y="1698264"/>
            <a:ext cx="42138" cy="421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0400" tIns="20175" rIns="40400" bIns="201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0" name="Google Shape;450;p27">
            <a:extLst xmlns:a="http://schemas.openxmlformats.org/drawingml/2006/main">
              <a:ext uri="{FF2B5EF4-FFF2-40B4-BE49-F238E27FC236}">
                <a16:creationId xmlns:a16="http://schemas.microsoft.com/office/drawing/2014/main" id="{D8BFF170-2200-4739-A655-FB16F6CC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6893" y="1698264"/>
            <a:ext cx="42138" cy="421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0400" tIns="20175" rIns="40400" bIns="201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B2E9C0E5-66BB-40BE-BC23-D8B13EC9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48291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7E3E0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55263D99-0F91-4353-9BF2-FD3890D4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1950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B65"/>
                </a:solidFill>
                <a:latin typeface="Sarabun"/>
                <a:ea typeface="Sarabun"/>
                <a:cs typeface="Sarabun"/>
              </a:defRPr>
            </a:pPr>
            <a:r>
              <a:rPr sz="1200">
                <a:solidFill>
                  <a:srgbClr val="526B65"/>
                </a:solidFill>
                <a:latin typeface="Sarabun"/>
                <a:ea typeface="Sarabun"/>
                <a:cs typeface="Sarabun"/>
              </a:rPr>
              <a:t>• Ingestion: parse PDF, split into chunks and create embeddings</a:t>
            </a:r>
          </a:p>
          <a:p xmlns:a="http://schemas.openxmlformats.org/drawingml/2006/main">
            <a:pPr>
              <a:defRPr sz="1200">
                <a:solidFill>
                  <a:srgbClr val="526B65"/>
                </a:solidFill>
                <a:latin typeface="Sarabun"/>
                <a:ea typeface="Sarabun"/>
                <a:cs typeface="Sarabun"/>
              </a:defRPr>
            </a:pPr>
            <a:r>
              <a:rPr sz="1200">
                <a:solidFill>
                  <a:srgbClr val="526B65"/>
                </a:solidFill>
                <a:latin typeface="Sarabun"/>
                <a:ea typeface="Sarabun"/>
                <a:cs typeface="Sarabun"/>
              </a:rPr>
              <a:t>• Retrieval: find relevant passages with hybrid search</a:t>
            </a:r>
          </a:p>
          <a:p xmlns:a="http://schemas.openxmlformats.org/drawingml/2006/main">
            <a:pPr>
              <a:defRPr sz="1200">
                <a:solidFill>
                  <a:srgbClr val="526B65"/>
                </a:solidFill>
                <a:latin typeface="Sarabun"/>
                <a:ea typeface="Sarabun"/>
                <a:cs typeface="Sarabun"/>
              </a:defRPr>
            </a:pPr>
            <a:r>
              <a:rPr sz="1200">
                <a:solidFill>
                  <a:srgbClr val="526B65"/>
                </a:solidFill>
                <a:latin typeface="Sarabun"/>
                <a:ea typeface="Sarabun"/>
                <a:cs typeface="Sarabun"/>
              </a:rPr>
              <a:t>• Chat: return source passages through the authenticated SSE stream</a:t>
            </a:r>
          </a:p>
        </p:txBody>
      </p:sp>
    </p:spTree>
    <p:extLst>
      <p:ext uri="{BB962C8B-B14F-4D97-AF65-F5344CB8AC3E}">
        <p14:creationId xmlns:p14="http://schemas.microsoft.com/office/powerpoint/2010/main" val="5416529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8" name="Google Shape;455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48a80aca014b7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69" name="Google Shape;456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d8844cd492400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0" name="Google Shape;457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7d994c21b949a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2000" y="5800725"/>
            <a:ext cx="106680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1" name="Google Shape;458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5d9291dd734c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76875" y="2581275"/>
            <a:ext cx="1238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9" name="Google Shape;459;p28">
            <a:extLst xmlns:a="http://schemas.openxmlformats.org/drawingml/2006/main">
              <a:ext uri="{FF2B5EF4-FFF2-40B4-BE49-F238E27FC236}">
                <a16:creationId xmlns:a16="http://schemas.microsoft.com/office/drawing/2014/main" id="{1CB38650-916F-4CE4-AC3F-74B9DA67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778" y="3095625"/>
            <a:ext cx="6546443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300" b="0" i="0" u="none" cap="none">
                <a:solidFill>
                  <a:srgbClr val="FFFFFF"/>
                </a:solidFill>
                <a:latin typeface="Sarabun ExtraBold"/>
                <a:ea typeface="Sarabun ExtraBold"/>
                <a:cs typeface="Sarabun ExtraBold"/>
              </a:rPr>
              <a:t>ผลลัพธ์และการประเมินผลโครงการ</a:t>
            </a:r>
            <a:endParaRPr/>
          </a:p>
        </p:txBody>
      </p:sp>
      <p:sp>
        <p:nvSpPr>
          <p:cNvPr id="460" name="Google Shape;460;p28">
            <a:extLst xmlns:a="http://schemas.openxmlformats.org/drawingml/2006/main">
              <a:ext uri="{FF2B5EF4-FFF2-40B4-BE49-F238E27FC236}">
                <a16:creationId xmlns:a16="http://schemas.microsoft.com/office/drawing/2014/main" id="{5BDB6F16-E4C8-4F1B-8DAD-0BD35774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52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B1D3B9"/>
                </a:solidFill>
                <a:latin typeface="Sarabun Light"/>
                <a:ea typeface="Sarabun Light"/>
                <a:cs typeface="Sarabun Light"/>
              </a:rPr>
              <a:t>ผลการดำเนินงานจริง จุดแข็งในการใช้งาน ข้อจำกัด และกรอบแผนงานพัฒนาต่อในอนาคต</a:t>
            </a:r>
            <a:endParaRPr/>
          </a:p>
        </p:txBody>
      </p:sp>
      <p:sp>
        <p:nvSpPr>
          <p:cNvPr id="461" name="Google Shape;461;p28">
            <a:extLst xmlns:a="http://schemas.openxmlformats.org/drawingml/2006/main">
              <a:ext uri="{FF2B5EF4-FFF2-40B4-BE49-F238E27FC236}">
                <a16:creationId xmlns:a16="http://schemas.microsoft.com/office/drawing/2014/main" id="{61D99A39-D0B5-46C5-888F-FF26D1E0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95312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SLIDE 1</a:t>
            </a:r>
            <a:r>
              <a:rPr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6</a:t>
            </a:r>
            <a:r>
              <a:rPr sz="825" b="0" i="0" u="none" cap="non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 / 1</a:t>
            </a:r>
            <a:r>
              <a:rPr sz="825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462" name="Google Shape;462;p28">
            <a:extLst xmlns:a="http://schemas.openxmlformats.org/drawingml/2006/main">
              <a:ext uri="{FF2B5EF4-FFF2-40B4-BE49-F238E27FC236}">
                <a16:creationId xmlns:a16="http://schemas.microsoft.com/office/drawing/2014/main" id="{0C7BE74E-2399-43A0-AA96-858B0D05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646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BDA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3" name="Google Shape;463;p28">
            <a:extLst xmlns:a="http://schemas.openxmlformats.org/drawingml/2006/main">
              <a:ext uri="{FF2B5EF4-FFF2-40B4-BE49-F238E27FC236}">
                <a16:creationId xmlns:a16="http://schemas.microsoft.com/office/drawing/2014/main" id="{1072F5CC-7F03-4E01-B99E-9D2D0D8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FFFFFF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13671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6F2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3" name="Google Shape;468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8c65cd8bb849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04" name="Google Shape;469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d0236b805444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6086475"/>
            <a:ext cx="10858500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05" name="Google Shape;470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adfeb6b8994a6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2226022"/>
            <a:ext cx="5310187" cy="28345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06" name="Google Shape;471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8f18363cd64f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15062" y="2226022"/>
            <a:ext cx="5310187" cy="28345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2" name="Google Shape;472;p29">
            <a:extLst xmlns:a="http://schemas.openxmlformats.org/drawingml/2006/main">
              <a:ext uri="{FF2B5EF4-FFF2-40B4-BE49-F238E27FC236}">
                <a16:creationId xmlns:a16="http://schemas.microsoft.com/office/drawing/2014/main" id="{47B41AA7-AD6F-4F8F-B854-01E0207E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98" y="476250"/>
            <a:ext cx="11074509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ผลการตรวจสอบซอฟต์แวร์และงานที่ต้องทำต่อ</a:t>
            </a:r>
            <a:endParaRPr/>
          </a:p>
        </p:txBody>
      </p:sp>
      <p:sp>
        <p:nvSpPr>
          <p:cNvPr id="473" name="Google Shape;473;p29">
            <a:extLst xmlns:a="http://schemas.openxmlformats.org/drawingml/2006/main">
              <a:ext uri="{FF2B5EF4-FFF2-40B4-BE49-F238E27FC236}">
                <a16:creationId xmlns:a16="http://schemas.microsoft.com/office/drawing/2014/main" id="{5BD1592E-1196-4D4D-A838-EF89C5AB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429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09" name="Google Shape;474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f522c1ebfb480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750" y="557212"/>
            <a:ext cx="197048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5" name="Google Shape;475;p29">
            <a:extLst xmlns:a="http://schemas.openxmlformats.org/drawingml/2006/main">
              <a:ext uri="{FF2B5EF4-FFF2-40B4-BE49-F238E27FC236}">
                <a16:creationId xmlns:a16="http://schemas.microsoft.com/office/drawing/2014/main" id="{7D32E847-200B-40ED-B382-E74510E5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762000" cy="1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SLIDE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7</a:t>
            </a: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 / 1</a:t>
            </a:r>
            <a:r>
              <a:rPr sz="825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7</a:t>
            </a:r>
            <a:endParaRPr/>
          </a:p>
        </p:txBody>
      </p:sp>
      <p:sp>
        <p:nvSpPr>
          <p:cNvPr id="476" name="Google Shape;476;p29">
            <a:extLst xmlns:a="http://schemas.openxmlformats.org/drawingml/2006/main">
              <a:ext uri="{FF2B5EF4-FFF2-40B4-BE49-F238E27FC236}">
                <a16:creationId xmlns:a16="http://schemas.microsoft.com/office/drawing/2014/main" id="{1D382B95-6EAB-48E4-AB93-C8AC8EB9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221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928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7" name="Google Shape;477;p29">
            <a:extLst xmlns:a="http://schemas.openxmlformats.org/drawingml/2006/main">
              <a:ext uri="{FF2B5EF4-FFF2-40B4-BE49-F238E27FC236}">
                <a16:creationId xmlns:a16="http://schemas.microsoft.com/office/drawing/2014/main" id="{FD0CDCDF-1B75-4797-9AC2-01DDA73F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4E615C"/>
                </a:solidFill>
                <a:latin typeface="Sarabun SemiBold"/>
                <a:ea typeface="Sarabun SemiBold"/>
                <a:cs typeface="Sarabun SemiBold"/>
              </a:rPr>
              <a:t>QSMS PORTAL</a:t>
            </a:r>
            <a:endParaRPr/>
          </a:p>
        </p:txBody>
      </p:sp>
      <p:sp>
        <p:nvSpPr>
          <p:cNvPr id="478" name="Google Shape;478;p29">
            <a:extLst xmlns:a="http://schemas.openxmlformats.org/drawingml/2006/main">
              <a:ext uri="{FF2B5EF4-FFF2-40B4-BE49-F238E27FC236}">
                <a16:creationId xmlns:a16="http://schemas.microsoft.com/office/drawing/2014/main" id="{70EBA21B-13E6-44A7-BEDF-9DB26643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21347"/>
            <a:ext cx="4795837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2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ผลที่ยืนยันได้จากชุดตรวจ ณ 30 กันยายน 2569</a:t>
            </a:r>
            <a:endParaRPr/>
          </a:p>
        </p:txBody>
      </p:sp>
      <p:pic>
        <p:nvPicPr>
          <p:cNvPr id="514" name="Google Shape;479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02f638984c46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2975" y="2464147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80" name="Google Shape;480;p29">
            <a:extLst xmlns:a="http://schemas.openxmlformats.org/drawingml/2006/main">
              <a:ext uri="{FF2B5EF4-FFF2-40B4-BE49-F238E27FC236}">
                <a16:creationId xmlns:a16="http://schemas.microsoft.com/office/drawing/2014/main" id="{BDFA4433-0AE5-462F-9258-1DEC21AD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30822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ผลการตรวจสอบซอฟต์แวร์</a:t>
            </a:r>
            <a:endParaRPr/>
          </a:p>
        </p:txBody>
      </p:sp>
      <p:sp>
        <p:nvSpPr>
          <p:cNvPr id="481" name="Google Shape;481;p29">
            <a:extLst xmlns:a="http://schemas.openxmlformats.org/drawingml/2006/main">
              <a:ext uri="{FF2B5EF4-FFF2-40B4-BE49-F238E27FC236}">
                <a16:creationId xmlns:a16="http://schemas.microsoft.com/office/drawing/2014/main" id="{05AB869B-9CA6-4FEA-BA13-5F51B250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36577"/>
            <a:ext cx="456723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Vitest: ผ่าน 173/173 tests ใน 29 files</a:t>
            </a:r>
            <a:endParaRPr/>
          </a:p>
        </p:txBody>
      </p:sp>
      <p:sp>
        <p:nvSpPr>
          <p:cNvPr id="482" name="Google Shape;482;p29">
            <a:extLst xmlns:a="http://schemas.openxmlformats.org/drawingml/2006/main">
              <a:ext uri="{FF2B5EF4-FFF2-40B4-BE49-F238E27FC236}">
                <a16:creationId xmlns:a16="http://schemas.microsoft.com/office/drawing/2014/main" id="{6C7D2F08-50E2-481E-8EC6-953EE211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31877"/>
            <a:ext cx="456723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Playwright End-to-End: ผ่าน 12/12 tests; TypeScript และ production build ผ่าน</a:t>
            </a:r>
            <a:endParaRPr/>
          </a:p>
        </p:txBody>
      </p:sp>
      <p:sp>
        <p:nvSpPr>
          <p:cNvPr id="483" name="Google Shape;483;p29">
            <a:extLst xmlns:a="http://schemas.openxmlformats.org/drawingml/2006/main">
              <a:ext uri="{FF2B5EF4-FFF2-40B4-BE49-F238E27FC236}">
                <a16:creationId xmlns:a16="http://schemas.microsoft.com/office/drawing/2014/main" id="{25B3E341-C7A6-4C16-A2ED-1A5E1292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27177"/>
            <a:ext cx="456723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ยังไม่มีข้อมูลภาคสนาม จึงยังสรุปผลด้านเวลา ความแม่นยำ และต้นทุนไม่ได้</a:t>
            </a:r>
            <a:endParaRPr/>
          </a:p>
        </p:txBody>
      </p:sp>
      <p:pic>
        <p:nvPicPr>
          <p:cNvPr id="519" name="Google Shape;484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79367161f24c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91287" y="2464147"/>
            <a:ext cx="3429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85" name="Google Shape;485;p29">
            <a:extLst xmlns:a="http://schemas.openxmlformats.org/drawingml/2006/main">
              <a:ext uri="{FF2B5EF4-FFF2-40B4-BE49-F238E27FC236}">
                <a16:creationId xmlns:a16="http://schemas.microsoft.com/office/drawing/2014/main" id="{D48A262D-37A6-4144-BC50-B7321EAC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7" y="2530822"/>
            <a:ext cx="2867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งานที่ต้องทำต่อ</a:t>
            </a:r>
            <a:endParaRPr/>
          </a:p>
        </p:txBody>
      </p:sp>
      <p:pic>
        <p:nvPicPr>
          <p:cNvPr id="521" name="Google Shape;486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e9dbe4e0fb44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2975" y="3355627"/>
            <a:ext cx="13335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22" name="Google Shape;487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e9dbe4e0fb44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2975" y="3850927"/>
            <a:ext cx="13335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23" name="Google Shape;488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e9dbe4e0fb44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2975" y="4346227"/>
            <a:ext cx="13335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89" name="Google Shape;489;p29">
            <a:extLst xmlns:a="http://schemas.openxmlformats.org/drawingml/2006/main">
              <a:ext uri="{FF2B5EF4-FFF2-40B4-BE49-F238E27FC236}">
                <a16:creationId xmlns:a16="http://schemas.microsoft.com/office/drawing/2014/main" id="{BCF456DD-0716-49C9-941C-0562C7BD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287" y="2988022"/>
            <a:ext cx="2124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1. ทบทวนสิทธิ์ API:</a:t>
            </a:r>
            <a:endParaRPr/>
          </a:p>
        </p:txBody>
      </p:sp>
      <p:sp>
        <p:nvSpPr>
          <p:cNvPr id="490" name="Google Shape;490;p29">
            <a:extLst xmlns:a="http://schemas.openxmlformats.org/drawingml/2006/main">
              <a:ext uri="{FF2B5EF4-FFF2-40B4-BE49-F238E27FC236}">
                <a16:creationId xmlns:a16="http://schemas.microsoft.com/office/drawing/2014/main" id="{7BE27528-6AD3-418D-B5B0-974E9057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287" y="3168997"/>
            <a:ext cx="4795837" cy="396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ตรวจ role, ownership และ data scope ให้ครบทุก route ก่อนนำขึ้นใช้งานจริง</a:t>
            </a:r>
            <a:endParaRPr/>
          </a:p>
        </p:txBody>
      </p:sp>
      <p:sp>
        <p:nvSpPr>
          <p:cNvPr id="491" name="Google Shape;491;p29">
            <a:extLst xmlns:a="http://schemas.openxmlformats.org/drawingml/2006/main">
              <a:ext uri="{FF2B5EF4-FFF2-40B4-BE49-F238E27FC236}">
                <a16:creationId xmlns:a16="http://schemas.microsoft.com/office/drawing/2014/main" id="{A8C6BB46-59F9-4CC1-A13C-C1905470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287" y="3727102"/>
            <a:ext cx="2219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1B2925"/>
                </a:solidFill>
                <a:latin typeface="Sarabun"/>
                <a:ea typeface="Sarabun"/>
                <a:cs typeface="Sarabun"/>
              </a:rPr>
              <a:t>2. ประเมินในหน้างาน:</a:t>
            </a:r>
            <a:endParaRPr/>
          </a:p>
        </p:txBody>
      </p:sp>
      <p:sp>
        <p:nvSpPr>
          <p:cNvPr id="492" name="Google Shape;492;p29">
            <a:extLst xmlns:a="http://schemas.openxmlformats.org/drawingml/2006/main">
              <a:ext uri="{FF2B5EF4-FFF2-40B4-BE49-F238E27FC236}">
                <a16:creationId xmlns:a16="http://schemas.microsoft.com/office/drawing/2014/main" id="{29345E56-7BC6-4F03-83FB-822FD941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287" y="3908077"/>
            <a:ext cx="4795837" cy="396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0" i="0" u="none" cap="none">
                <a:solidFill>
                  <a:srgbClr val="4E615C"/>
                </a:solidFill>
                <a:latin typeface="Sarabun"/>
                <a:ea typeface="Sarabun"/>
                <a:cs typeface="Sarabun"/>
              </a:rPr>
              <a:t>กำหนด baseline, กลุ่มตัวอย่าง, consent และ KPI ร่วมกับโรงงานก่อนรายงานผล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940253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2026-09-30T03:33:01.4230000Z</dcterms:created>
  <dcterms:modified xsi:type="dcterms:W3CDTF">2026-09-30T03:33:01.4230000Z</dcterms:modified>
</coreProperties>
</file>