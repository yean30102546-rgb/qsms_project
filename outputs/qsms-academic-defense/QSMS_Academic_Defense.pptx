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4322fb28f547d5" /><Relationship Type="http://schemas.openxmlformats.org/officeDocument/2006/relationships/extended-properties" Target="/docProps/app.xml" Id="R3d816eb153014a88" /><Relationship Type="http://schemas.openxmlformats.org/officeDocument/2006/relationships/officeDocument" Target="/ppt/presentation.xml" Id="R5de88a1ea78b44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352ae5ac354973"/>
  </p:sldMasterIdLst>
  <p:notesMasterIdLst>
    <p:notesMasterId xmlns:r="http://schemas.openxmlformats.org/officeDocument/2006/relationships" r:id="R1519dc8a327548a7"/>
  </p:notesMasterIdLst>
  <p:sldIdLst>
    <p:sldId xmlns:r="http://schemas.openxmlformats.org/officeDocument/2006/relationships" id="256" r:id="R5bc3309f299c4119"/>
    <p:sldId xmlns:r="http://schemas.openxmlformats.org/officeDocument/2006/relationships" id="257" r:id="R7a3aafe76c71443c"/>
    <p:sldId xmlns:r="http://schemas.openxmlformats.org/officeDocument/2006/relationships" id="258" r:id="Rf946c6906b0c40c1"/>
    <p:sldId xmlns:r="http://schemas.openxmlformats.org/officeDocument/2006/relationships" id="259" r:id="Rfbc2175c83c94274"/>
    <p:sldId xmlns:r="http://schemas.openxmlformats.org/officeDocument/2006/relationships" id="260" r:id="R2d08a182f0b84c54"/>
    <p:sldId xmlns:r="http://schemas.openxmlformats.org/officeDocument/2006/relationships" id="261" r:id="R5c9f3cf8cbae428f"/>
    <p:sldId xmlns:r="http://schemas.openxmlformats.org/officeDocument/2006/relationships" id="262" r:id="R73119cc333e544ea"/>
    <p:sldId xmlns:r="http://schemas.openxmlformats.org/officeDocument/2006/relationships" id="263" r:id="R868f0a0578e64554"/>
    <p:sldId xmlns:r="http://schemas.openxmlformats.org/officeDocument/2006/relationships" id="264" r:id="R1be6f63c4ddf4e89"/>
    <p:sldId xmlns:r="http://schemas.openxmlformats.org/officeDocument/2006/relationships" id="265" r:id="R19d45949f735446f"/>
    <p:sldId xmlns:r="http://schemas.openxmlformats.org/officeDocument/2006/relationships" id="266" r:id="Rb1427dc59b5a47de"/>
    <p:sldId xmlns:r="http://schemas.openxmlformats.org/officeDocument/2006/relationships" id="267" r:id="Rcc54f41a661a4001"/>
    <p:sldId xmlns:r="http://schemas.openxmlformats.org/officeDocument/2006/relationships" id="268" r:id="R9ff16a4d9062472b"/>
    <p:sldId xmlns:r="http://schemas.openxmlformats.org/officeDocument/2006/relationships" id="269" r:id="R68c83c11359d43ac"/>
    <p:sldId xmlns:r="http://schemas.openxmlformats.org/officeDocument/2006/relationships" id="270" r:id="R09ed0419c2154d9e"/>
    <p:sldId xmlns:r="http://schemas.openxmlformats.org/officeDocument/2006/relationships" id="271" r:id="Re1a9c4aac8324754"/>
    <p:sldId xmlns:r="http://schemas.openxmlformats.org/officeDocument/2006/relationships" id="272" r:id="Rf29d38207e4643f8"/>
    <p:sldId xmlns:r="http://schemas.openxmlformats.org/officeDocument/2006/relationships" id="273" r:id="Rda0e7df24c0442a9"/>
    <p:sldId xmlns:r="http://schemas.openxmlformats.org/officeDocument/2006/relationships" id="274" r:id="R0bd3d699a84e4a9a"/>
    <p:sldId xmlns:r="http://schemas.openxmlformats.org/officeDocument/2006/relationships" id="275" r:id="R5a7ccc5501ab4068"/>
    <p:sldId xmlns:r="http://schemas.openxmlformats.org/officeDocument/2006/relationships" id="276" r:id="Rfd02dc258fa044d4"/>
    <p:sldId xmlns:r="http://schemas.openxmlformats.org/officeDocument/2006/relationships" id="277" r:id="R9e5665b483b84b6d"/>
    <p:sldId xmlns:r="http://schemas.openxmlformats.org/officeDocument/2006/relationships" id="278" r:id="Rd6598debced943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52ae5ac354973" /><Relationship Type="http://schemas.openxmlformats.org/officeDocument/2006/relationships/theme" Target="/ppt/theme/theme1.xml" Id="R9d74fbb6b485481a" /><Relationship Type="http://schemas.openxmlformats.org/officeDocument/2006/relationships/notesMaster" Target="/ppt/notesMasters/notesMaster1.xml" Id="R1519dc8a327548a7" /><Relationship Type="http://schemas.openxmlformats.org/officeDocument/2006/relationships/presProps" Target="/ppt/presProps.xml" Id="R8dd532a054094a9c" /><Relationship Type="http://schemas.openxmlformats.org/officeDocument/2006/relationships/viewProps" Target="/ppt/viewProps.xml" Id="R3aeb84b7d5d14e84" /><Relationship Type="http://schemas.openxmlformats.org/officeDocument/2006/relationships/tableStyles" Target="/ppt/tableStyles.xml" Id="R96040299a7cb4b5b" /><Relationship Type="http://schemas.openxmlformats.org/officeDocument/2006/relationships/slide" Target="/ppt/slides/slide1.xml" Id="R5bc3309f299c4119" /><Relationship Type="http://schemas.openxmlformats.org/officeDocument/2006/relationships/slide" Target="/ppt/slides/slide2.xml" Id="R7a3aafe76c71443c" /><Relationship Type="http://schemas.openxmlformats.org/officeDocument/2006/relationships/slide" Target="/ppt/slides/slide3.xml" Id="Rf946c6906b0c40c1" /><Relationship Type="http://schemas.openxmlformats.org/officeDocument/2006/relationships/slide" Target="/ppt/slides/slide4.xml" Id="Rfbc2175c83c94274" /><Relationship Type="http://schemas.openxmlformats.org/officeDocument/2006/relationships/slide" Target="/ppt/slides/slide5.xml" Id="R2d08a182f0b84c54" /><Relationship Type="http://schemas.openxmlformats.org/officeDocument/2006/relationships/slide" Target="/ppt/slides/slide6.xml" Id="R5c9f3cf8cbae428f" /><Relationship Type="http://schemas.openxmlformats.org/officeDocument/2006/relationships/slide" Target="/ppt/slides/slide7.xml" Id="R73119cc333e544ea" /><Relationship Type="http://schemas.openxmlformats.org/officeDocument/2006/relationships/slide" Target="/ppt/slides/slide8.xml" Id="R868f0a0578e64554" /><Relationship Type="http://schemas.openxmlformats.org/officeDocument/2006/relationships/slide" Target="/ppt/slides/slide9.xml" Id="R1be6f63c4ddf4e89" /><Relationship Type="http://schemas.openxmlformats.org/officeDocument/2006/relationships/slide" Target="/ppt/slides/slide10.xml" Id="R19d45949f735446f" /><Relationship Type="http://schemas.openxmlformats.org/officeDocument/2006/relationships/slide" Target="/ppt/slides/slide11.xml" Id="Rb1427dc59b5a47de" /><Relationship Type="http://schemas.openxmlformats.org/officeDocument/2006/relationships/slide" Target="/ppt/slides/slide12.xml" Id="Rcc54f41a661a4001" /><Relationship Type="http://schemas.openxmlformats.org/officeDocument/2006/relationships/slide" Target="/ppt/slides/slide13.xml" Id="R9ff16a4d9062472b" /><Relationship Type="http://schemas.openxmlformats.org/officeDocument/2006/relationships/slide" Target="/ppt/slides/slide14.xml" Id="R68c83c11359d43ac" /><Relationship Type="http://schemas.openxmlformats.org/officeDocument/2006/relationships/slide" Target="/ppt/slides/slide15.xml" Id="R09ed0419c2154d9e" /><Relationship Type="http://schemas.openxmlformats.org/officeDocument/2006/relationships/slide" Target="/ppt/slides/slide16.xml" Id="Re1a9c4aac8324754" /><Relationship Type="http://schemas.openxmlformats.org/officeDocument/2006/relationships/slide" Target="/ppt/slides/slide17.xml" Id="Rf29d38207e4643f8" /><Relationship Type="http://schemas.openxmlformats.org/officeDocument/2006/relationships/slide" Target="/ppt/slides/slide18.xml" Id="Rda0e7df24c0442a9" /><Relationship Type="http://schemas.openxmlformats.org/officeDocument/2006/relationships/slide" Target="/ppt/slides/slide19.xml" Id="R0bd3d699a84e4a9a" /><Relationship Type="http://schemas.openxmlformats.org/officeDocument/2006/relationships/slide" Target="/ppt/slides/slide20.xml" Id="R5a7ccc5501ab4068" /><Relationship Type="http://schemas.openxmlformats.org/officeDocument/2006/relationships/slide" Target="/ppt/slides/slide21.xml" Id="Rfd02dc258fa044d4" /><Relationship Type="http://schemas.openxmlformats.org/officeDocument/2006/relationships/slide" Target="/ppt/slides/slide22.xml" Id="R9e5665b483b84b6d" /><Relationship Type="http://schemas.openxmlformats.org/officeDocument/2006/relationships/slide" Target="/ppt/slides/slide23.xml" Id="Rd6598debced943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43ae47f42754a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f9872dab9f4ee2" /><Relationship Type="http://schemas.openxmlformats.org/officeDocument/2006/relationships/notesMaster" Target="/ppt/notesMasters/notesMaster1.xml" Id="Ree9e2f409ae949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310ddd185d478a" /><Relationship Type="http://schemas.openxmlformats.org/officeDocument/2006/relationships/notesMaster" Target="/ppt/notesMasters/notesMaster1.xml" Id="R3c1c50dfdc8d47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bdf9f097804b44" /><Relationship Type="http://schemas.openxmlformats.org/officeDocument/2006/relationships/notesMaster" Target="/ppt/notesMasters/notesMaster1.xml" Id="Rccc1769e984546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7e96baf88c4875" /><Relationship Type="http://schemas.openxmlformats.org/officeDocument/2006/relationships/notesMaster" Target="/ppt/notesMasters/notesMaster1.xml" Id="R1d92cc72e4b447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e383da41814850" /><Relationship Type="http://schemas.openxmlformats.org/officeDocument/2006/relationships/notesMaster" Target="/ppt/notesMasters/notesMaster1.xml" Id="R14da6430d66142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57eade80b44a80" /><Relationship Type="http://schemas.openxmlformats.org/officeDocument/2006/relationships/notesMaster" Target="/ppt/notesMasters/notesMaster1.xml" Id="Re2165bc754634d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2f59c227a84612" /><Relationship Type="http://schemas.openxmlformats.org/officeDocument/2006/relationships/notesMaster" Target="/ppt/notesMasters/notesMaster1.xml" Id="Rc4c1e48b5fee40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367184697e40d6" /><Relationship Type="http://schemas.openxmlformats.org/officeDocument/2006/relationships/notesMaster" Target="/ppt/notesMasters/notesMaster1.xml" Id="R389ab15657004a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807476c20e4db5" /><Relationship Type="http://schemas.openxmlformats.org/officeDocument/2006/relationships/notesMaster" Target="/ppt/notesMasters/notesMaster1.xml" Id="Rbadbe32fcc5546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2b67632c7a4ac8" /><Relationship Type="http://schemas.openxmlformats.org/officeDocument/2006/relationships/notesMaster" Target="/ppt/notesMasters/notesMaster1.xml" Id="Reeb5679595cd44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e0aa6ef25c43d8" /><Relationship Type="http://schemas.openxmlformats.org/officeDocument/2006/relationships/notesMaster" Target="/ppt/notesMasters/notesMaster1.xml" Id="Ra4fb523a1d374d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b615bab6b34370" /><Relationship Type="http://schemas.openxmlformats.org/officeDocument/2006/relationships/notesMaster" Target="/ppt/notesMasters/notesMaster1.xml" Id="R97e80e1400044c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842c6d0c744ad0" /><Relationship Type="http://schemas.openxmlformats.org/officeDocument/2006/relationships/notesMaster" Target="/ppt/notesMasters/notesMaster1.xml" Id="Rbae585a2b22640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dfa18591f24a25" /><Relationship Type="http://schemas.openxmlformats.org/officeDocument/2006/relationships/notesMaster" Target="/ppt/notesMasters/notesMaster1.xml" Id="R921051237a4a49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9f8c2c470f7471e" /><Relationship Type="http://schemas.openxmlformats.org/officeDocument/2006/relationships/notesMaster" Target="/ppt/notesMasters/notesMaster1.xml" Id="R6450cf94287c47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0dba58655b64d21" /><Relationship Type="http://schemas.openxmlformats.org/officeDocument/2006/relationships/notesMaster" Target="/ppt/notesMasters/notesMaster1.xml" Id="R5c4703e0e2ff4df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ed8efb2f3d448bb" /><Relationship Type="http://schemas.openxmlformats.org/officeDocument/2006/relationships/notesMaster" Target="/ppt/notesMasters/notesMaster1.xml" Id="R9deb083b4b0c4c7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5092810e5f4c30" /><Relationship Type="http://schemas.openxmlformats.org/officeDocument/2006/relationships/notesMaster" Target="/ppt/notesMasters/notesMaster1.xml" Id="Rbaae4c777b3f442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167fb4c1a34920" /><Relationship Type="http://schemas.openxmlformats.org/officeDocument/2006/relationships/notesMaster" Target="/ppt/notesMasters/notesMaster1.xml" Id="Ra589b5f4a3e841a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966641bd105460b" /><Relationship Type="http://schemas.openxmlformats.org/officeDocument/2006/relationships/notesMaster" Target="/ppt/notesMasters/notesMaster1.xml" Id="R275d3b24f9184e7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8371a6c5ffe47a0" /><Relationship Type="http://schemas.openxmlformats.org/officeDocument/2006/relationships/notesMaster" Target="/ppt/notesMasters/notesMaster1.xml" Id="Rfdffcf3038d7402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6b1fb43e9b94eb9" /><Relationship Type="http://schemas.openxmlformats.org/officeDocument/2006/relationships/notesMaster" Target="/ppt/notesMasters/notesMaster1.xml" Id="R917cfde306cd4e8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ddb21fbde084286" /><Relationship Type="http://schemas.openxmlformats.org/officeDocument/2006/relationships/notesMaster" Target="/ppt/notesMasters/notesMaster1.xml" Id="R75e0e3a2a63c4c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beca8f939428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d938f5baa9a4c1a" /><Relationship Type="http://schemas.openxmlformats.org/officeDocument/2006/relationships/slideLayout" Target="/ppt/slideLayouts/slideLayout2.xml" Id="R27d57fb17c8c4a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d57fb17c8c4a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9aae569ee240c6" /><Relationship Type="http://schemas.openxmlformats.org/officeDocument/2006/relationships/notesSlide" Target="/ppt/notesSlides/notesSlide1.xml" Id="R7e08ee044e444f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524b8ed1f04742" /><Relationship Type="http://schemas.openxmlformats.org/officeDocument/2006/relationships/notesSlide" Target="/ppt/notesSlides/notesSlide2.xml" Id="R17dedb822a754b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a081533e764e04" /><Relationship Type="http://schemas.openxmlformats.org/officeDocument/2006/relationships/notesSlide" Target="/ppt/notesSlides/notesSlide3.xml" Id="Rd9a044015ee942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c1be6baee743db" /><Relationship Type="http://schemas.openxmlformats.org/officeDocument/2006/relationships/notesSlide" Target="/ppt/notesSlides/notesSlide4.xml" Id="R6d250e90576a45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a54e7fdf484aa8" /><Relationship Type="http://schemas.openxmlformats.org/officeDocument/2006/relationships/notesSlide" Target="/ppt/notesSlides/notesSlide5.xml" Id="R549768d7306942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b0db48b5034991" /><Relationship Type="http://schemas.openxmlformats.org/officeDocument/2006/relationships/notesSlide" Target="/ppt/notesSlides/notesSlide6.xml" Id="Rded75009cb0044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660c5b5cb84d5e" /><Relationship Type="http://schemas.openxmlformats.org/officeDocument/2006/relationships/notesSlide" Target="/ppt/notesSlides/notesSlide7.xml" Id="R86ac206047b544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1d489532a748e0" /><Relationship Type="http://schemas.openxmlformats.org/officeDocument/2006/relationships/notesSlide" Target="/ppt/notesSlides/notesSlide8.xml" Id="R62d0ee070a0141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7d9d00e05c4eee" /><Relationship Type="http://schemas.openxmlformats.org/officeDocument/2006/relationships/notesSlide" Target="/ppt/notesSlides/notesSlide9.xml" Id="R98a89abbdc0741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5d6b5fce9b4c7d" /><Relationship Type="http://schemas.openxmlformats.org/officeDocument/2006/relationships/notesSlide" Target="/ppt/notesSlides/notesSlide10.xml" Id="R4e18ddabd80e48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7e9c4d1ab842e9" /><Relationship Type="http://schemas.openxmlformats.org/officeDocument/2006/relationships/notesSlide" Target="/ppt/notesSlides/notesSlide11.xml" Id="R4fbde81d619e46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757152fe0042ec" /><Relationship Type="http://schemas.openxmlformats.org/officeDocument/2006/relationships/notesSlide" Target="/ppt/notesSlides/notesSlide12.xml" Id="Rff2f2fabbb604e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0424b0b0554f2f" /><Relationship Type="http://schemas.openxmlformats.org/officeDocument/2006/relationships/notesSlide" Target="/ppt/notesSlides/notesSlide13.xml" Id="R06468837484d4f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5443f282e642ac" /><Relationship Type="http://schemas.openxmlformats.org/officeDocument/2006/relationships/notesSlide" Target="/ppt/notesSlides/notesSlide14.xml" Id="Rdba5bf4c942b44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e92ded8d7a4b1e" /><Relationship Type="http://schemas.openxmlformats.org/officeDocument/2006/relationships/notesSlide" Target="/ppt/notesSlides/notesSlide15.xml" Id="Rb2bdac100ee94f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ad6793d1814c7c" /><Relationship Type="http://schemas.openxmlformats.org/officeDocument/2006/relationships/notesSlide" Target="/ppt/notesSlides/notesSlide16.xml" Id="Re2af0aebc65047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cb086485674e7d" /><Relationship Type="http://schemas.openxmlformats.org/officeDocument/2006/relationships/notesSlide" Target="/ppt/notesSlides/notesSlide17.xml" Id="R2c720fa20dc745a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2f1d7f59024a75" /><Relationship Type="http://schemas.openxmlformats.org/officeDocument/2006/relationships/notesSlide" Target="/ppt/notesSlides/notesSlide18.xml" Id="Rd11f8434b4ae4a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80ddb26b1448ec" /><Relationship Type="http://schemas.openxmlformats.org/officeDocument/2006/relationships/notesSlide" Target="/ppt/notesSlides/notesSlide19.xml" Id="R3c571a090143401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472f2b8f9d449d" /><Relationship Type="http://schemas.openxmlformats.org/officeDocument/2006/relationships/notesSlide" Target="/ppt/notesSlides/notesSlide20.xml" Id="R32f9962685f14a7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1f3d185310435b" /><Relationship Type="http://schemas.openxmlformats.org/officeDocument/2006/relationships/notesSlide" Target="/ppt/notesSlides/notesSlide21.xml" Id="Rc2d153f3378c445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a1d3b4d02e4bf2" /><Relationship Type="http://schemas.openxmlformats.org/officeDocument/2006/relationships/notesSlide" Target="/ppt/notesSlides/notesSlide22.xml" Id="R309c9b9e2f78451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d8b407199d415c" /><Relationship Type="http://schemas.openxmlformats.org/officeDocument/2006/relationships/notesSlide" Target="/ppt/notesSlides/notesSlide23.xml" Id="R8a41ad5837d8499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F9979E-CD8C-4E97-A82F-E2A03851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88C04-9716-4CE4-B7BE-4F85B773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AC80D-045B-48B9-BF3B-CEFA2D33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FDDE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FDDE3"/>
                </a:solidFill>
                <a:latin typeface="Aptos"/>
                <a:ea typeface="Aptos"/>
                <a:cs typeface="Aptos"/>
              </a:rPr>
              <a:t>ACADEMIC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B6878F-4623-490E-BEB4-B5DC55A1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8048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QSMS Rework &amp; Document Intelligence Portal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3B56E-89CD-4A9D-A003-3753FD05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7429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1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1F0"/>
                </a:solidFill>
                <a:latin typeface="Aptos"/>
                <a:ea typeface="Aptos"/>
                <a:cs typeface="Aptos"/>
              </a:rPr>
              <a:t>ระบบจัดการงานคุณภาพ เอกสารวิศวกรรม และการค้นหาความรู้ด้วย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5A070-27DE-427D-A557-FD035A91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rPr>
              <a:t>Next.js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4B064-D6F4-4E91-9A97-4CABA31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972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App Router + 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B4D611-37BA-47D9-B5F5-02981B22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0537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D99B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D99B1F"/>
                </a:solidFill>
                <a:latin typeface="Aptos Display"/>
                <a:ea typeface="Aptos Display"/>
                <a:cs typeface="Aptos Display"/>
              </a:rPr>
              <a:t>Supabase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FF46D-86A1-4C63-BD67-BE51C309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1972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database, storage, auth boundary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CD316-B2C1-49AB-8295-786FE5D0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0537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A058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8A058"/>
                </a:solidFill>
                <a:latin typeface="Aptos Display"/>
                <a:ea typeface="Aptos Display"/>
                <a:cs typeface="Aptos Display"/>
              </a:rPr>
              <a:t>Gemini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3A47D5-A6B8-4B9A-AB12-AF03359A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1972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document intelligence and RAG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9FF93-D7A2-4D8E-9C47-D8765492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143000"/>
            <a:ext cx="204787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059"/>
            </a:srgbClr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5A0D8-0B59-4CDB-989B-3E8235D2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638300"/>
            <a:ext cx="1476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AA20C-A2E2-4CAD-BC4F-C12FCD9F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7526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E69A8-A0CD-437F-B749-68E2D27A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324100"/>
            <a:ext cx="1476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F0FA24-DB8F-46F9-870B-302D47B1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384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AFE02-D573-4353-A588-DAB9D861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009900"/>
            <a:ext cx="1476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0E693F-184E-40E5-95D6-D2DFDE3B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5593-AD76-416E-8439-B70BD035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695700"/>
            <a:ext cx="1476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61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24BA46-2357-46D2-9584-9B25B4FB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8100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Guide</a:t>
            </a:r>
          </a:p>
        </p:txBody>
      </p:sp>
    </p:spTree>
    <p:extLst>
      <p:ext uri="{BB962C8B-B14F-4D97-AF65-F5344CB8AC3E}">
        <p14:creationId xmlns:p14="http://schemas.microsoft.com/office/powerpoint/2010/main" val="10499275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1C7995-028E-451B-86FC-16CE49A6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F5D16-631D-4827-BEC8-7330D05E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20D7E-4060-4917-806F-12CB6081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EXECUTIVE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E56BC-AEBF-460B-8C42-09A09DBC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ระบบนี้แก้ปัญหางานคุณภาพที่ข้อมูลกระจัดกระจาย ด้วย portal และฐานข้อมูลกลาง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79E49-D648-4AB5-9B14-4A0B228C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2EC76-A5C1-42E2-BD56-F831FFA0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3143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9D3182-BF60-4A3D-9230-E87CCE6E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6667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52F2E-A6F8-4F2B-B559-4CB80F08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6217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C6BCD-32B0-496D-8354-9374557D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62225"/>
            <a:ext cx="26479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ข้อมูลเคส รูปหลักฐาน Drawing และ Master file อยู่คนละ flow ทำให้ค้นย้อนหลังและตรวจสอบยาก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F0EB5-BBAE-4AE4-B589-E03F1D76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52625"/>
            <a:ext cx="3143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FF932-E70D-4D5B-85A8-000B46A0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52625"/>
            <a:ext cx="6667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6496B-7A28-47B9-9D72-EA13F1FD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16217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0944E1-25CC-43A4-BCD9-281CF246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562225"/>
            <a:ext cx="26479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รวม workflow ผ่าน Workspace Portal และบันทึกข้อมูลลง Supabase ผ่าน Next.js API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53A6A-CCB1-4A69-899F-70C71C5E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52625"/>
            <a:ext cx="3143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F2EBB-E6B8-4F0A-B693-3A3280DA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52625"/>
            <a:ext cx="6667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0CD402-8092-44FF-B058-2AB6799A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6217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9192A-7724-4507-97F4-7F6B5DBE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62225"/>
            <a:ext cx="26479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เพิ่ม traceability, ลด manual lookup และเปิดทางให้ AI ช่วยค้นเอกสาร/ประวัติได้เร็วขึ้น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3B672D-3D3D-4DAA-8A7F-D7FA533C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095875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Claim สำหรับพรี: QSMS ไม่ใช่แค่เว็บบันทึกข้อมูล แต่เป็น quality operations workspace ที่วาง architecture ให้ขยายต่อได้</a:t>
            </a:r>
          </a:p>
        </p:txBody>
      </p:sp>
    </p:spTree>
    <p:extLst>
      <p:ext uri="{BB962C8B-B14F-4D97-AF65-F5344CB8AC3E}">
        <p14:creationId xmlns:p14="http://schemas.microsoft.com/office/powerpoint/2010/main" val="11054608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78B508-779D-4955-89C1-D6AABA34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3CE61-1660-44F1-ABC1-A1A98C62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75E7A-1094-42EC-BC6D-9A1DC736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C3010-11BD-43E7-A0BF-4471F688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ปัญหาหลักคือ traceability ต่ำ เพราะข้อมูลสำคัญไม่ได้เดินทางไปด้วยกัน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8B73D-97B3-466C-9274-BD90D018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E6766-0508-4569-BE61-51461B3F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85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8ABD0-3D7C-4FDE-BFCC-71BAC072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180975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Rework case ต้องมี item, batch, image evidence, status และ valuation แต่เดิมตามรอยข้ามแหล่งข้อมูลยาก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B5CA32-41EE-43EB-8366-F1EA5BEB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8C92C-6BAF-4A43-A16B-2111CF8B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43840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Drawing และ Internal Master มีความเสี่ยงเรื่อง revision, naming และ missing master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1A46A-6A77-4D00-A2F9-F5A99559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54D72-D4E3-4641-86B2-997A32E2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06705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การค้นเอกสาร technical/spec ต้องพึ่งชื่อไฟล์หรือความจำของผู้ใช้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56C43-54C7-4994-AE62-8625652C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D5212-30CE-4B3B-8837-455CAB88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69570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แต่ละบทบาทควรเห็นและแก้ไขข้อมูลได้ต่างกัน แต่ระบบต้องบังคับสิทธิ์ที่ backend ด้วย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EF0D2-798F-4D1F-8884-105AF392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1600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E"/>
          </a:solidFill>
          <a:ln xmlns:a="http://schemas.openxmlformats.org/drawingml/2006/main" w="9525">
            <a:solidFill>
              <a:srgbClr val="F5C5C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18BA9-1D1E-4E43-8981-9E98214A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381250"/>
            <a:ext cx="1123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Case</a:t>
            </a:r>
          </a:p>
          <a:p xmlns:a="http://schemas.openxmlformats.org/drawingml/2006/main">
            <a:pPr algn="ctr">
              <a:defRPr sz="18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ctr">
              <a:defRPr sz="18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Docs</a:t>
            </a:r>
          </a:p>
          <a:p xmlns:a="http://schemas.openxmlformats.org/drawingml/2006/main">
            <a:pPr algn="ctr">
              <a:defRPr sz="18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Roles</a:t>
            </a:r>
          </a:p>
        </p:txBody>
      </p:sp>
    </p:spTree>
    <p:extLst>
      <p:ext uri="{BB962C8B-B14F-4D97-AF65-F5344CB8AC3E}">
        <p14:creationId xmlns:p14="http://schemas.microsoft.com/office/powerpoint/2010/main" val="18372800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31100F-59D9-4222-88FE-DF5B773B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C097FC-7D07-4445-93B0-A4FEAF4B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9A7E8-1A3A-4C3C-9CED-793D4FF1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2FBDE-4659-4794-A163-18266B4B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เป้าหมายถูกตั้งจาก operation จริง: เร็วขึ้น ชัดขึ้น และตรวจสอบได้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55723-090B-4993-9B64-C1C694CA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6687C-469B-4DBF-A07D-A71ED207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52625"/>
            <a:ext cx="22669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EB031-F1AE-4652-92EC-9B63CE94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5265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57150" rIns="57150" bIns="5715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BDDDB-A6DF-49C2-BD53-F41EAA2E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1762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Centralize Rework workflow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B1AD9-6652-47AC-8CFD-3B5FC05A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956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รวมการสร้าง ติดตาม และอัปเดตเคส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B6316-9CD4-4C5A-8E9D-CC151D9D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952625"/>
            <a:ext cx="22669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75EFA-9DA1-4741-85E3-0FE7A3CC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15265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57150" rIns="57150" bIns="5715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20193-C266-4582-95EB-49E0B566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857500"/>
            <a:ext cx="1762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Standardize document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B3F4C-F86A-4E7B-A884-2B83F124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4956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จัดการ Drawing/Master และ revision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6FC11-E793-4284-8406-0BD3338C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52625"/>
            <a:ext cx="22669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5AEF7B-E923-46A5-8236-564D46FF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57150" rIns="57150" bIns="5715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57ADB-CC40-48A6-8D50-9BD25929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57500"/>
            <a:ext cx="1762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Secure role-based access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E6B39-E2A3-40F3-9823-FEFBCEE6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จำกัดสิทธิ์ตาม QSMS, OPERATOR, FINANCE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2EB0E-BE18-4963-A68D-97EE73D6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52625"/>
            <a:ext cx="22669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FCA216-D8B3-4DA2-883B-C30B580E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57150" rIns="57150" bIns="5715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9F311D-6ABF-48B4-888A-4F9AB1B8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857500"/>
            <a:ext cx="1762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Enable AI-assisted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3960D0-A3CD-4971-83A9-D16D8FC2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4956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ใช้ RAG ค้นเอกสารและประวัติงาน</a:t>
            </a:r>
          </a:p>
        </p:txBody>
      </p:sp>
    </p:spTree>
    <p:extLst>
      <p:ext uri="{BB962C8B-B14F-4D97-AF65-F5344CB8AC3E}">
        <p14:creationId xmlns:p14="http://schemas.microsoft.com/office/powerpoint/2010/main" val="17906644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772874-6D2C-45BF-963C-EECCCBB7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1CAE4-1D9A-47F7-83A9-FC8F26EE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6611E-1900-4B47-B744-01FE90A4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REQUIREMENTS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1E9B2-CE3E-441F-A339-51A47F7C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ผู้ใช้หลักมีงานและสิทธิ์ต่างกัน จึงต้องออกแบบตาม role ตั้งแต่แรก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48158-2DD9-4F9F-A3D2-00A68F13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B9761-A471-4D23-B16C-17A126EE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9051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66520-E3D7-4385-833E-BFA0EE50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BB98E-4012-453F-B3DA-3D75A5E7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00250"/>
            <a:ext cx="2409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QSMS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2BADC8-8B85-4307-A192-93000242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40982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ดู dashboard, จัดการเคส, แก้ไข/ลบ, export และควบคุม workflow คุณภาพ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5DDA0-6D66-4440-B80C-0912ABF6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90700"/>
            <a:ext cx="29051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A6FC-916F-4537-954C-4EE33B57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907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015A3-7C07-4361-B93E-B5DD7264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000250"/>
            <a:ext cx="2409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OPERATOR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1B797E-5CAA-450B-A34E-E35A2C8A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400300"/>
            <a:ext cx="240982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สร้างเคสและอัปเดตสถานะการปฏิบัติงาน แต่ไม่เห็นงาน storage ที่ถูกจำกัด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F2D4A-FBF0-4C4B-8213-940A6502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90700"/>
            <a:ext cx="29051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5A26A-7485-4B30-87ED-5FAB76F6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907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9B65C-5DAD-4A2A-A1FB-D732903D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00250"/>
            <a:ext cx="2409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FINANCE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28041-FB29-4258-9E6C-F0CE8E48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00300"/>
            <a:ext cx="240982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ดู overall และกรอก valuation โดยไม่แก้ workflow operation อื่น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C0231-A4AF-4354-9F12-D7E60F2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จุดที่เพิ่มจาก deck เดิม: slide นี้ทำให้ตอบคำถามอาจารย์เรื่อง requirement และผู้ใช้เป้าหมายได้ตรงขึ้น</a:t>
            </a:r>
          </a:p>
        </p:txBody>
      </p:sp>
    </p:spTree>
    <p:extLst>
      <p:ext uri="{BB962C8B-B14F-4D97-AF65-F5344CB8AC3E}">
        <p14:creationId xmlns:p14="http://schemas.microsoft.com/office/powerpoint/2010/main" val="1838438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17FA48-B3E6-4A48-B3CD-E672D433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EBFE5-D209-41CD-8ED3-A4C1A0AA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5E89B-98BC-439E-A5B1-F3E6967F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DESIGN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265FB-1A28-492B-9168-E5C27EEB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715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From workflow pain to system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AB375-C8BB-4B78-81CA-3517ECE1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9D3E6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C9D3E6"/>
                </a:solidFill>
                <a:latin typeface="Aptos"/>
                <a:ea typeface="Aptos"/>
                <a:cs typeface="Aptos"/>
              </a:rPr>
              <a:t>เล่าให้เห็นวิธีคิด ไม่ใช่แค่หน้าจอที่สร้างเสร็จ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9E447-2E16-42BA-A46C-FF6C6E3D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82930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7D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88898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13730C-3588-4DBD-8668-F4E8C526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66F06-F494-4BDE-A437-82DB4C87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D7B24-8FA1-41CC-B21A-E840257A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3C42C-BE79-464D-8AC3-80ACC02B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แนวทางพัฒนาใช้ iterative delivery: อ่าน workflow, แยก module, ทดสอบ flow สำคัญ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94602-22FB-401E-82BC-96A5A0F6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ADD37-8B43-4B0F-BDEA-B25A7F3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DB046-A75A-45A7-8356-6B4DC4FD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24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ED676-9E00-4792-B1D6-B21F1DC0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52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Discover pain points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F0C-106C-4D04-8D59-580A8DC4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247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FBD08-5116-45D3-93CE-C96A0AFF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52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78368-1F62-4DAF-935B-D843BB94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24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2B0FF-3E16-47C5-8FEC-9B3649D4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Define scope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CED44B-5D72-4FC9-B654-A08A958F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47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96364-17A4-4AFE-9843-7DA3FDA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52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983560-711A-42AD-A680-05FB8DB0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24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07DCB-2F2B-4712-AB60-64B4954B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52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Design modules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40BA53-2F4E-4995-BE34-2E474956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47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E1723-28D1-4D3C-9CB6-DEA8A093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52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F0D67-D6F2-46DC-9BAE-16CDBE97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24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F8101B-16EF-4EC7-BAFC-7098D2FF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52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Implement APIs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464E49-9DFA-4253-9BAA-8EAB428C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47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B8E34E-32D2-43A9-9CD9-EE066F50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52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BBC2C6-8D96-4D5F-8ABB-B3FCB548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24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D37C12-30B1-47C5-89C2-DC9DCB77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52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Validate flows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689AD-0FCD-4D42-9092-26ECBB2B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18DB1C-53BE-4465-B5CD-FE1EBE94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4E9FB4-5044-4D2B-B87F-C48A9B13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1955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Evidence source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7C3671-95AD-4831-8512-5AE8867C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2362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LLM wiki, source code, route handlers และ module boundaries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273FDF-36EA-4AB8-9214-484103F1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D8DD6-9BC0-4E9E-BBF1-E2F5CE67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186EA3-F2C2-41D1-9885-A32EED88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01955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Build style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F9D5C4-4DB8-43D4-AB9A-89FA8627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19600"/>
            <a:ext cx="2362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Next.js App Router + Supabase-first backend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6A1047-16DB-468B-B97E-1B848EB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1000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DFA1E0-D5A5-4442-BD37-0CA16CB6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100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7AC551-3FDC-4B77-83C6-009DCDD7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1955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330CCD-BCD1-4F1C-BB87-D288B927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9600"/>
            <a:ext cx="2362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TypeScript, Vitest, Playwright และ manual demo path</a:t>
            </a:r>
          </a:p>
        </p:txBody>
      </p:sp>
    </p:spTree>
    <p:extLst>
      <p:ext uri="{BB962C8B-B14F-4D97-AF65-F5344CB8AC3E}">
        <p14:creationId xmlns:p14="http://schemas.microsoft.com/office/powerpoint/2010/main" val="12424633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535508-F650-424A-978B-C9B27E6A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ECFC6-3520-41EB-BBB8-EA01473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1A662-42CA-4362-9596-A9E35925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8AFB6-4B91-4343-9ED0-7BFEFE8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Scope ปัจจุบันควรพูดตาม code จริง: Rework, Storage, DocAI RAG และ Guide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1B24F-37DF-4260-8543-A2F42332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83F258-53FD-4244-8054-334C2B04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095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CA57A-DB01-4DC1-8DF1-30FD9F18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79026-A5A8-44B4-B0AB-4C3E3D59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050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3836A-E3AC-4231-8991-9C253BB4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1571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Quality case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B72A9-37A4-4A6B-BEB7-8697D612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00250"/>
            <a:ext cx="2095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DB984-B340-4991-BD03-B8A0419A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24790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1F2046-673F-43F6-AD4F-A44AD470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3050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89B20-F68E-44EF-AF8E-0A77DE3C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876550"/>
            <a:ext cx="1571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Drawing &amp; Master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9B936-E58B-4544-A22B-1ADE310D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095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54C75-81DC-48E3-9938-01C7CD0E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4790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20DF2-D47F-4C26-A803-579ACE50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050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DocAI RAG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B122D2-C52B-4FD0-9B19-75325490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76550"/>
            <a:ext cx="1571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Document spec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7B97BC-D878-4270-AF56-E920EE86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000250"/>
            <a:ext cx="2095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3E31B-D459-4642-BE85-76BA57FE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4790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61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C452B-D1D7-48C7-ACB1-E6739D74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3050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Guide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8FA501-0AAE-4C93-806F-2176BC10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76550"/>
            <a:ext cx="1571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Interactive user guide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3CE22-7C3D-4B2A-922B-F6998DD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หมายเหตุจากการตรวจ: Roster เหลือ API route แต่ไม่ได้อยู่ใน portal registry ปัจจุบัน จึงไม่ควรขายเป็น module หลักในสไลด์</a:t>
            </a:r>
          </a:p>
        </p:txBody>
      </p:sp>
    </p:spTree>
    <p:extLst>
      <p:ext uri="{BB962C8B-B14F-4D97-AF65-F5344CB8AC3E}">
        <p14:creationId xmlns:p14="http://schemas.microsoft.com/office/powerpoint/2010/main" val="81135825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2CAB44-7D1A-4B56-B929-51CA8D8E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EB2F6-0FAF-4035-8220-B64B9F7E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F3F2C7-C339-4DE3-BB3F-2D88DF7A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18142-94BD-4030-858B-AA81DC3D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Workflow ใหม่รวมเคส หลักฐาน เอกสาร และความรู้ไว้ในเส้นทางเดียว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A55D7-01E1-4B18-A97E-ADF38404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67AB4-71D5-49FD-9D90-12AA00D9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826797-1DF1-4F54-893D-DC5DE4C3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28E7F-D3F8-4E6C-B1C1-A7844674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Login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FA453-C275-4A2C-926A-43CFDE10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8050" y="23336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9A4FE-F11F-433E-B84A-BF6E569C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325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98AA9-34E1-4230-B716-4498AA81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675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F2A17-9452-41A4-A700-2F434596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625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Open portal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A68B3-42AA-45D1-9F8F-D2CF0712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3675" y="23336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E6161-9646-42C1-9607-A795A8D2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944D69-3465-41D5-88BC-C782A5C6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E24236-1A26-41A5-B314-7DA41881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250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Create case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8C264-F6DF-44CB-8DEE-609532A4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336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306DDA-68D5-4092-A161-1D348E6C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B9E7A-8E6D-4065-B5C0-19AB28C6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AB40E-BA39-4F2E-BBC9-41480766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7AF4A0-7DFF-41D7-A59F-7478AA52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925" y="23336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F3672D-FF3A-4F3A-8148-6B4BE036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D0DB63-4651-42EC-9FB9-7C6E97C6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DEE31-F5FD-4087-9D1F-746F25E4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Update status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3E0A0-54A7-4E41-91E7-612E9EC8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0550" y="23336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A5FE55-6ABA-4A88-9653-2704ED1B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825" y="2038350"/>
            <a:ext cx="1635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DBE938-D73F-475E-BF25-94517862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9175" y="22098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63762-C1A7-4917-ABC6-A9BEADDD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25" y="2238375"/>
            <a:ext cx="1025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Search docs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B55EB6-AEF9-404C-A80C-552A02E9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71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970C5C-9DAC-411A-A19D-4B39F0F0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ผู้ใช้เริ่มจาก portal เดียว ไม่ต้องจำ URL หรือ flow แยกหลายชุด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C5FF6A-C25F-4F25-BC81-EB1A9ED9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67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BD52DB-D7A9-4ED4-B28A-E2549F63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5910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หลักฐานและ item master ถูกผูกกับ case ทำให้ตามรอยย้อนหลังง่าย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2A5E7A-6C39-4A29-BFE5-721FAC50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B4653A-E894-4BBB-A3B2-2BD4D3C1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863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RAG sidebar เปิดด้วย Ctrl/Cmd+K เพื่อถามข้อมูลเอกสารระหว่างทำงานได้</a:t>
            </a:r>
          </a:p>
        </p:txBody>
      </p:sp>
    </p:spTree>
    <p:extLst>
      <p:ext uri="{BB962C8B-B14F-4D97-AF65-F5344CB8AC3E}">
        <p14:creationId xmlns:p14="http://schemas.microsoft.com/office/powerpoint/2010/main" val="4199971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8AE93A-674F-4736-9BEF-3E5AE795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6915C-71E7-4E3B-B78E-50F7531D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04D13-8AEC-43BF-9401-2441EF2A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EC964-BB91-4917-8288-5366B1FE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715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Boundaries make the project defendable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16C9F-D921-4B9A-BE61-E07DE438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9D3E6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C9D3E6"/>
                </a:solidFill>
                <a:latin typeface="Aptos"/>
                <a:ea typeface="Aptos"/>
                <a:cs typeface="Aptos"/>
              </a:rPr>
              <a:t>อาจารย์จะถามว่า frontend, backend, database และ AI เชื่อมกันอย่างไร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82D78-A796-4FF3-BB4B-5CC85EFA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82930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7D4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305378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C5D4F8-E968-45C0-965F-BF0EEE1C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EB7F2-7287-4D0A-9427-3DEE3A11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CDA48-A52B-43D3-AAF7-57DB4CBC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5F73A-706E-495E-8E85-7FF15D90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Client shell คุม navigation ส่วน API route คุม mutation และ permission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99E36D-04E6-4523-93F7-E39EDC9E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20D09-118E-4E44-88B7-EC1D8173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E5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9D197-F7E2-46CB-A31E-F2766DE2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Browser / 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BB1BD-8D20-426C-91DB-779007ED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A0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491D71-794D-49A1-90DE-B2F2EADF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62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App Shell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1D8DC-AA35-41BD-A2EB-9434F828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955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9B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768102-E4DB-4182-B8D0-43C6C242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62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Next.js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9AB3C-C1E1-45AB-A291-3BB0E47C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7B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8F5C2-D181-4B1B-806E-A9DDBF5A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907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Supabase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83687-A954-4CC9-B4EF-7BFA6337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4D5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4F89FD-5A30-49C1-8D74-AA880976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24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Gemini / RAG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8A415-0E14-4FC1-9459-DB56D768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A0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00E03-A49E-4F1F-AB1F-AF190AF4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Storage Buckets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E3EB6-07BF-4975-AD0A-397C229B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33625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CDFEC-1B15-4EF6-BC38-75DCA734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032BA-D8DA-4191-A5F9-939778A8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5524DA-A5C2-44C8-926A-0794047A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94EF30-DB34-46A4-9E38-B34365A4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92843-41FB-4ED8-A167-6E3320C8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Boundary rule: client renders workflow, route handlers enforce auth, database stores operational truth.</a:t>
            </a:r>
          </a:p>
        </p:txBody>
      </p:sp>
    </p:spTree>
    <p:extLst>
      <p:ext uri="{BB962C8B-B14F-4D97-AF65-F5344CB8AC3E}">
        <p14:creationId xmlns:p14="http://schemas.microsoft.com/office/powerpoint/2010/main" val="206263649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1DA16C-5A8C-4636-A371-79F7C266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8367E-434B-41EC-B8EB-4A169300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68003-A9B9-4656-82EE-6D76CDEA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DATA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DD4F3-99CF-4B80-9DFE-FC222151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Data model แยก operational records, master data, evidence และ document chunks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85FF7-ADEE-436D-BF0E-1C853CFB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6FC22-FF54-480A-B823-9E4A3BDA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5DEE8-9F3A-4409-8544-47299DD8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66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rework_cases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088FB-DC54-4A0B-BFA0-A1F76A06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859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case status, source, valuation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43198-6C46-4986-88AE-6C6D8B71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A9FA7-478A-4CE2-97B8-6B17F5DA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194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rework_items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D16F5A-5AE5-4D5C-825E-D5467E82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8384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item, batch, evidence URLs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C47C1-37C4-46DC-B681-EC7BB93D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46F7CB-CC7A-4895-B1F5-E9F1888B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71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rework_master_items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A17C5-7773-4506-AC88-18DEA1AB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7909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auto-fill and item verification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82D6A-8959-4D4A-933D-D9E1D7AB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CE194-BE10-47AD-B9D9-7F023F56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66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rag_documents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A1C82-511C-4068-A0FE-FD7A4683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859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uploaded document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C3A422-AB13-4AF5-9E52-FB5668E9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15C6BA-20DD-4AC7-87B0-1F298669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rag_document_chunks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E842C-34B2-40A6-8E93-1C266E2E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384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vector + keyword searchable content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4AB1F8-B965-4229-934D-2E4E6D62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195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9ABA46-EB63-4163-BF14-86B47FDD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rag_feedback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CC832-0EFC-4C76-BA17-E28A1F1A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790950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operator response feedback</a:t>
            </a:r>
          </a:p>
        </p:txBody>
      </p:sp>
    </p:spTree>
    <p:extLst>
      <p:ext uri="{BB962C8B-B14F-4D97-AF65-F5344CB8AC3E}">
        <p14:creationId xmlns:p14="http://schemas.microsoft.com/office/powerpoint/2010/main" val="18100534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86C0B6-B0D3-4A66-80D0-9887C837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2418B-4F47-480D-8A47-C8A08EDD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9D3D1-2CAE-4C4B-9F06-362A8AF5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SECURITY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16CAF-2DDE-49D8-BFD0-7963DF2B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RBAC ถูกตรวจทั้งหน้า UI และ backend permission ก่อน action สำคัญ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21AF6-4EFB-45F6-BF9D-2B474AE4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C5B4A-CC53-47A5-97FC-CF425F50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714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3C8EF-5DCD-4A44-8CE9-D0DB9D38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478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Permission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9551F-A987-442A-A9C6-AEFB897A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14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A358A-6CFC-4133-AF8F-1F89285E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478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QSMS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8A26B-2DA1-41AF-815C-DC256D4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714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8E852-08C8-4268-82A8-22382447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478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OPERATOR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A6A13-46AB-4057-ADD7-54482D06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14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C07FC7-AAB1-467E-8306-3D35E702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AAB5C-AC92-4198-81BF-F552530A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2479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2B880-23B2-473F-A9C6-55DABDF2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create_case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58039-A7BF-4590-B74F-16127583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479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510684-F277-4651-855A-D84CE463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30821-37A2-4CA0-82A0-17E7E9AB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2479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954F0-1AA2-4087-B2DA-50D6287A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812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D2E30-E86D-4890-9CA9-86DA3402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479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CB188D-7957-42B6-AD0F-02A3FCAE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4D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E1F28A-92E7-4105-A720-5737903A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800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A1E83D-34DC-4DC7-A020-5AE9EA2F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delete_case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05B1F8-DAF3-4C6F-A663-1C3E11DA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0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ED04B8-BDD2-4483-9635-FA3970A0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337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B7828F-84AD-49EC-9F99-D17D53A6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800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05D4B8-4F7D-4D87-902E-71D31FC9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4D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A71FEA-D863-4AC9-A935-9AE45E84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00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E476AE-89D6-44F6-BB1A-55566486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337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4D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D21087-A73B-498D-AD35-358DACF7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3528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AD659C-A2AB-4F94-BA2D-73501F45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update_status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6D137B-057C-44C0-ABEC-68416BA6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528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EAB356-5EE5-46B2-A0F6-5918241E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802BC9-AB07-4197-8E39-58F2BD94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3528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BD1640-9AA6-4A78-9FA6-6C60545A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86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BD63DF-ED7A-4C70-87D9-EF2EA985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528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0FD123-0BE7-4AB3-9C50-79EB832C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86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4D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FD7029-1152-46F0-B3F6-DFAF5BC8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905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2F2EB2-9B93-4631-94B2-8FE835A0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fill_valuation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EBD6F9-1BA1-42EE-8905-B6C089EA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A1934C-554E-4109-8080-3874C3D3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386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58502E-0AFB-45F6-85BB-2579F6F7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905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85CBA7-539B-411C-A586-6F686222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386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4D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327A0B-2283-4C84-B128-453070DE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05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52796B-7E70-4603-8872-CEC68421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386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E9B62E-9FCE-4E0E-98DD-50B2D793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00625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Security note: ผู้สมัครใหม่ถูกบังคับเป็น OPERATOR และ session ใช้ HTTP-only cookie แทน sessionStorage เป็นแหล่งหลัก</a:t>
            </a:r>
          </a:p>
        </p:txBody>
      </p:sp>
    </p:spTree>
    <p:extLst>
      <p:ext uri="{BB962C8B-B14F-4D97-AF65-F5344CB8AC3E}">
        <p14:creationId xmlns:p14="http://schemas.microsoft.com/office/powerpoint/2010/main" val="210385813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9DAF8-31E1-4ED4-B810-0AD03B87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C0A44-B638-4E9B-8161-465D41B1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DBA1E-7693-4FC6-8188-5606849A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MODULE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86F44-FE9D-45FA-B463-35B6EEF8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715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Show the system through the strongest features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979B6-180F-4C6D-A89D-54CCFAE9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9D3E6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C9D3E6"/>
                </a:solidFill>
                <a:latin typeface="Aptos"/>
                <a:ea typeface="Aptos"/>
                <a:cs typeface="Aptos"/>
              </a:rPr>
              <a:t>ไม่ต้องโชว์ทุกหน้าจอ แต่ต้องโชว์ว่าระบบแก้โจทย์จริง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89A73-2F33-4D92-A972-2925EABE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82930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7D4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0249073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173B16-26E9-47CE-AF4B-DC9DE5FB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18768-6E8E-45CE-991C-A45EC62C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A1133-3F33-4F6F-BAC2-F60D44DC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REWORK MODULE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50BF9-C1DE-45B1-953B-FFE4DB6E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Rework module เป็นแกน operation: case, item, evidence, status และ 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1F19B-028A-4C59-BAC2-58F9FE18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793DA-F105-47F2-97A1-D6B7B188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857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B66B3-BD0F-4C2D-9C94-36413169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34185-2954-496C-8C2F-D79CC7B2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Case creation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71D94-C690-43D7-848C-BFA45BB6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3622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รับข้อมูล source, customer, batch, item, reason และรูปหลักฐาน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3FCFC-A155-4844-844E-B6D80C7B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2857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CA37E-733D-407C-B8E0-AFC8DD3E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6667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0E8D7-ED38-4B07-B4DA-DE91AE21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Status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8CA7A-A11E-4BEB-8B2D-E328505F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419350"/>
            <a:ext cx="23622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ติดตาม Pending, In-Progress, Awaiting Valuation และ Completed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9B800-12BA-4246-8F65-AE3BFE83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2857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E4F15E-23E3-4D13-BF78-49DD7FB6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6667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E7DFA0-631F-40EF-B048-0E0CA74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Controlled updates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5B226-A006-4B91-B3C9-56C83D7B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19350"/>
            <a:ext cx="23622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partial update, item upsert/delete, valuation permission และ rework_logs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6EB9F-79BF-49F0-8D54-7D3C5866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52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Demo proof: สร้างเคสหนึ่งรายการ แล้วอัปเดตสถานะและดูว่า evidence ยังตามกลับได้</a:t>
            </a:r>
          </a:p>
        </p:txBody>
      </p:sp>
    </p:spTree>
    <p:extLst>
      <p:ext uri="{BB962C8B-B14F-4D97-AF65-F5344CB8AC3E}">
        <p14:creationId xmlns:p14="http://schemas.microsoft.com/office/powerpoint/2010/main" val="12157739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00C54D-96D5-4959-BD2E-6BEBD79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C8FC9-FC3E-4AC1-9EDA-C97D81FE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7747DE-C977-45C5-86A2-A0730FA8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STORAGE MODULE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D5816-8B19-48AA-8052-804FA9AE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Storage module ป้องกันปัญหา drawing/master ผิด revision และ naming ไม่มาตรฐาน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7346E-CCA1-4DCB-8F65-FF7DE1A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80F70-478A-4753-B02E-53B2077E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9D813-138A-4DCB-8F19-4404AABD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0CB52-4052-4549-9562-E21D8939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Upload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89643-3322-425B-B5B1-B39AB0F3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EB2F9-6BBD-4027-9F99-6B5C0A9A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BAAD2-BC42-4AFA-8CC9-3B68044A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E58BD-4854-4135-86DE-1612ECCB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AI extract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04058-3E81-42F6-BFD0-97D1BA40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05516-5DA0-4F4D-A6C3-BB561F8D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940AB-DFE0-46D8-A43A-4B8E53E9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A754C-18F1-470D-9B70-07085890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Normalize filename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CBAE7C-72F8-4112-B001-AAD3E453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4417C-2D64-4976-B0BB-D8F23B4C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92591-2857-4949-AE04-DED06608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D145AF-8531-4C67-89EF-E732186D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Gap analysis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CDD02-CB39-43E7-8A10-53B53672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A06CEB-E664-47B8-AA06-B8E7DD71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6E3D73-11E1-4ABA-8A9D-46132FB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87D2F-E7F5-4EFC-9DEF-E9C300A8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Revision control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777534-ABFC-43E7-9D56-1F7464DE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62375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41F563-2E3D-4285-9AF1-5FBA3449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623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BD6D7-A180-48F0-93CA-CC29BB75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71925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Metadata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38A4AC-7923-49B1-A12B-2DDD9F1D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71975"/>
            <a:ext cx="2076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Item Code, Drawing No, Revision, Part Name, Customer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599920-938C-4BB2-A23C-92A6DD2F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62375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F1C2AA-1495-46BF-A12E-48755945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623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497CCA-CD3F-46D4-9D19-A2CC02C2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71925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Gap signal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CF3DCB-D77E-4B9B-A53D-4D7526D4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371975"/>
            <a:ext cx="2076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แจ้งเอกสาร drawing ที่ยังไม่มี internal master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536C9C-BDA5-4BA3-8CCB-8DA7D13C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B8BCFF-AFDF-49AC-B2F8-510E060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D2A058-5ACF-442F-98DF-CD0D9E22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971925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Traceability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421C83-2942-4BF2-8E7F-9482267B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71975"/>
            <a:ext cx="2076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ไฟล์เก่าเก็บเป็นประวัติ ไม่ลบทิ้งเงียบ ๆ</a:t>
            </a:r>
          </a:p>
        </p:txBody>
      </p:sp>
    </p:spTree>
    <p:extLst>
      <p:ext uri="{BB962C8B-B14F-4D97-AF65-F5344CB8AC3E}">
        <p14:creationId xmlns:p14="http://schemas.microsoft.com/office/powerpoint/2010/main" val="213807434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576391-0047-43FC-84BE-62AEC66D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8409A-EA2D-4A10-A0C0-AC5ABB76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29490-A2BC-470D-A7DA-AF19363D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DOCAI RAG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D7F93-ACE2-4809-A0F5-B6D93285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DocAI RAG เพิ่มความสามารถค้นเอกสารแบบ semantic และตอบแบบ streaming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26F69-04E7-4A60-A5EF-81FAA366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2607F-66DC-4FE7-A03C-930D2745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CB9F2-B65C-4023-AFD8-A84115B0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F71DA8-816C-4A0A-993E-7D920C6C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097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Upload document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D7D423-54D6-495B-8239-B8E30080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1050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368AEA-80BB-4BBC-A7FB-E5F4F0E7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0975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52B9F-DE60-46A8-9800-432E3F41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812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535FC-4C5C-4BBD-AB31-ADB18033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Split chunks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EE1D6-099A-4D5F-BAE5-25510ED4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1050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C44C52-9696-462E-A7A4-95B72D8F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C6CB8C-91A6-4D07-BE64-4EB66EF8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812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3C73E-3608-4059-AD22-E0FE585F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0097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Create embedding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C45B23-B822-4D58-8A91-09106CFD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1050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A7AB4-73DD-4263-A78A-6D86C62A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0975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6BC930-4450-45C5-BA2D-08C05E13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812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25A9C8-1EE5-4795-9378-36BFAD31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097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Hybrid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F56BA0-B248-41DE-AE98-9EB2CEE6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0502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7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E1529-ADCB-417A-A16D-CFC343E3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6AC9EB-08F8-4569-94C7-3F741A5A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6CDF62-395A-4E45-9032-8914B99E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0097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SSE answer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81131C-FA62-42A3-814D-AC4885AB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90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E620EB-854E-4AFA-A51C-B11C2C43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714750"/>
            <a:ext cx="866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Hybrid search รวม vector similarity กับ full-text keyword 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0C3726-5680-4994-A4FF-7787CA07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4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9083FC-ED90-4E81-91F7-E87830BC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171950"/>
            <a:ext cx="866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ส่ง chat history เฉพาะช่วงล่าสุดเพื่อลด token cost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8398D7-BE4A-497F-9F58-F67E0951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05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14E8EF-21FE-48E4-9A1F-244FDDBA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629150"/>
            <a:ext cx="866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มี feedback loop และ source metadata สำหรับปรับคุณภาพคำตอบ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F98FB3-B175-42F3-BFEA-41B7FF78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162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2ABE79-3710-404B-A226-A249FE2A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5086350"/>
            <a:ext cx="866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Function calling ยังดึงข้อมูล operational rework บางส่วนจาก main Supabase ได้</a:t>
            </a:r>
          </a:p>
        </p:txBody>
      </p:sp>
    </p:spTree>
    <p:extLst>
      <p:ext uri="{BB962C8B-B14F-4D97-AF65-F5344CB8AC3E}">
        <p14:creationId xmlns:p14="http://schemas.microsoft.com/office/powerpoint/2010/main" val="153411689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57683F-5B06-42D4-BADF-084A7D4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245B0-09A9-47AC-BFD6-C4CB00FA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C8130-ED73-404E-9755-D56D76F2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DEMO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C26E66-74BB-4C45-99CD-3C182B50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Demo ที่ดีควรเล่าเป็นเส้นทางของเคส ไม่ใช่ทัวร์ทุกเมนู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7CA7FA-6C7A-4EE7-B183-8E819EF3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D84C6-623E-4467-A1E3-254B3070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1587D-3EA3-4725-8413-9C57ED4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08964-94BB-4416-A7CA-E46C030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Login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32A6E6-C6CB-44CB-B54E-1F3D3D2E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7AB25-6611-458E-8270-1CA66C3F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E931B-4A9C-4E1D-9EE6-89F54C68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B2897-6FF8-48B4-A2AB-6A34EFFC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Create Rework 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1629F-5440-4DD8-BC88-BEC7787C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59A81-499C-41D8-8260-C81A2109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B1BE6-B7D1-4AB7-AB79-1BF4EC38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BF506-8201-431D-9F7F-64B6D541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9A96E-4BAE-4EFF-A6DD-398712B5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BD740-7568-440B-BA1B-27D041DB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72B52E-6FD1-407E-9FB2-1546F9CC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B67A33-563F-447C-ACFB-A75B99CA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Update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702147-D892-48DA-A61C-CF882F36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0275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5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5B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C0C638-5000-4D70-ABD6-ED0CAF1F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05000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360FAD-7812-4F13-B50D-99F3E500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949123-4C98-4E3A-B0D8-D34B69C7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0502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Open RAG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E89A0D-9E78-49DC-8FB5-EA07C2CE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7B319-FD36-41B7-8539-5285EC17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48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CF1173-6DCD-433A-9EB5-8BD805E2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Upload drawing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75D3E4-1952-48F7-9A2C-4E016F81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771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8CB581-283B-4238-BE41-D4F8128B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76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E79C50-BA35-427B-BFD6-54FAF33F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48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DFFB25-BD90-435A-AAAC-00EE2F7A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76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Extract metadata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987F78-0C39-406E-8071-2D1F81FC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771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13213-8DAD-469D-98FE-45883D0E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76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594510-76D9-4A46-A04F-5199C585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48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3690D4-DF70-4B2E-8435-127FE30E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676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Check gap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A9FB30-8E03-4D50-AB5F-B43D14DF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71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BD21BC-2D6C-41A0-802A-59054BFF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76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1F1F70-C884-4261-97FA-20D4D1B4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648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E36862-DF08-42D1-A8FD-D3E317CD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Review storage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61C7F7-4C73-4B0A-A8B7-4F1A1D92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7719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D60E72-8C0B-431D-8550-A027FB1F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76625"/>
            <a:ext cx="1924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E6DE39-143C-481C-ACA3-BDC46683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48075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584858-640E-426F-B044-0091A08B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Summarize benefit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EB3977-75FA-46DC-9B9C-FB5E874F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เวลาแนะนำ: 5-7 นาที เน้นจุดพิสูจน์ 3 อย่าง: traceability, permission, search speed</a:t>
            </a:r>
          </a:p>
        </p:txBody>
      </p:sp>
    </p:spTree>
    <p:extLst>
      <p:ext uri="{BB962C8B-B14F-4D97-AF65-F5344CB8AC3E}">
        <p14:creationId xmlns:p14="http://schemas.microsoft.com/office/powerpoint/2010/main" val="2606727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2CD0CA-1E20-4F3B-A770-52AF2E54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5094C-238E-4C60-A5E5-D8063605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1F60D4-2E1D-4C0B-AD2F-41CCBEE8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VALIDATION &amp;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F4BFE-08B7-4D47-99D1-5BA48E1F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715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Defend the quality, then close with trade-offs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9AA53-8EA9-4A45-BFBA-75455F2F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9D3E6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C9D3E6"/>
                </a:solidFill>
                <a:latin typeface="Aptos"/>
                <a:ea typeface="Aptos"/>
                <a:cs typeface="Aptos"/>
              </a:rPr>
              <a:t>สไลด์ท้ายควรตอบว่าเราพิสูจน์อะไรแล้ว และยังเหลืออะไร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61FF1-6EF4-41A6-BD1D-0BD9AF85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82930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7D4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6946254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E5039E-5C2A-45F9-BB34-29650FC4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83986-5C95-42EB-955F-BDFC64E4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E3530-6BA2-49CC-B5B9-E01FF447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9B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9B1F"/>
                </a:solidFill>
                <a:latin typeface="Aptos"/>
                <a:ea typeface="Aptos"/>
                <a:cs typeface="Aptos"/>
              </a:rPr>
              <a:t>TESTING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52D-3A72-44EB-B00F-172A5B24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Validation ครอบคลุม type safety, component behavior และ user journeys สำคัญ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4F5F9-05D9-4F84-A791-3555C2B8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23DE3-1D85-43E8-B39D-76041161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E2607-B627-4823-A72C-33CD5559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3F1FB-4375-4F9B-9F64-05C5C77B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Type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6E3CA-46F9-4B65-BC12-FEC1E558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3622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npm run lint ใช้ tsc --noEmit เพื่อตรวจ contract และ type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7C714-A60B-4155-A0E3-F45CE33E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179E0-C1B5-47EE-9CF0-09A4C152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46B0D-E1B3-4A58-A063-6546FE2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Unit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A5986-F02F-488E-91C3-E0052215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419350"/>
            <a:ext cx="23622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Vitest สำหรับ component/service logic เช่น modal, table, auth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3688CE-2EC3-4CF0-93E6-27D70B9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DE187-50E1-4038-92E4-D2566007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C5341-3254-4B79-915D-54A3AA30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E2E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0F3E0A-2237-43B1-AA47-19C3EC3E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19350"/>
            <a:ext cx="23622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Playwright สำหรับ login, role access และ workflow ที่ผู้ใช้ต้องทำจริง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D110EE-A461-44BC-B2BD-8E47735F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905375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ข้อควรพูดตรง ๆ: ถ้ายังไม่ได้รันชุด test ล่าสุด ให้บอกว่าเป็น validation plan และโชว์ manual demo แทน</a:t>
            </a:r>
          </a:p>
        </p:txBody>
      </p:sp>
    </p:spTree>
    <p:extLst>
      <p:ext uri="{BB962C8B-B14F-4D97-AF65-F5344CB8AC3E}">
        <p14:creationId xmlns:p14="http://schemas.microsoft.com/office/powerpoint/2010/main" val="17483969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96FA0-B9B9-4E90-A331-AFF4171A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BFD3F-7C67-4CED-A781-541E60B3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B78ED-6B81-4C29-A58B-57D767A4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44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44D5C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B6D6B-7585-44BE-9F09-3CBF336C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Deployment ต้องระวัง environment variables, API quota และข้อมูลลับ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1DC0F-6717-47C3-A089-85B698E4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B76B2-D46C-46E1-B7B4-F59FC69E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F4AC2-8457-4E9C-8290-D78B93B4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6667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D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5239C-CD5B-4324-AF9C-80F6BC15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Environment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0E935-3D2E-4FD3-AC6F-E77B9968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419350"/>
            <a:ext cx="2362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Supabase URL/keys, auth token secret, Gemini key และ RAG Supabase แยก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12E6DA-539A-442D-9501-D3ED4BB9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5F0C1-2A2F-4238-9093-872E427B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6667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B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CEC589-D477-4D1F-A81A-A89B669C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Quota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CCC7A-AAF9-49B0-B57C-0EF1B82D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19350"/>
            <a:ext cx="2362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Gemini, Supabase storage/database และ import/export งานเอกสารมีข้อจำกัดการใช้งาน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9B6BC-DB79-4652-A389-56E9C235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95AB6-2F27-49E2-AE39-88132D92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6667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1F009-A66C-4DCA-9C1C-CD93F536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01930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Production 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D2D15-A2F5-4AC4-8D4F-DB273F15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419350"/>
            <a:ext cx="2362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.env.example ต้องไม่หลุดค่าจริง และควรเพิ่ม audit/security policy ก่อนใช้งานจริง</a:t>
            </a:r>
          </a:p>
        </p:txBody>
      </p:sp>
    </p:spTree>
    <p:extLst>
      <p:ext uri="{BB962C8B-B14F-4D97-AF65-F5344CB8AC3E}">
        <p14:creationId xmlns:p14="http://schemas.microsoft.com/office/powerpoint/2010/main" val="194823821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4AA307-59BA-483F-88A7-44F0C47D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4AEAE-75BE-4C41-AF09-37464F31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05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E0026-0E60-4929-BF80-158FD02E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05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A058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616D6F-001F-4953-B7B9-FF116878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ผลลัพธ์หลักคือ operational traceability ที่ต่อยอดเป็น report และ automation ได้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C39E8-2907-4405-B3D0-C0B9AA1C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743DC-584A-4C2B-B219-2BE77161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2E5B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2E5BFF"/>
                </a:solidFill>
                <a:latin typeface="Aptos Display"/>
                <a:ea typeface="Aptos Display"/>
                <a:cs typeface="Aptos Display"/>
              </a:rPr>
              <a:t>Unified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69610-4FDE-448E-B5EE-8C005B36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69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portal for quality workflows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BC2F3-9E8B-47AD-B096-DF48EC3C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5262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A058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8A058"/>
                </a:solidFill>
                <a:latin typeface="Aptos Display"/>
                <a:ea typeface="Aptos Display"/>
                <a:cs typeface="Aptos Display"/>
              </a:rPr>
              <a:t>Safer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E7EF08-A444-4149-8D1E-C3243C1F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669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role-aware backend mutations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AEBE8-A120-48C0-A91D-F72F7ACA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rPr>
              <a:t>Faster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46A2C-CABA-4FB7-B501-3834D97D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669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document search with RAG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ED95C-70DF-4CB5-A79C-1422C418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52625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D99B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D99B1F"/>
                </a:solidFill>
                <a:latin typeface="Aptos Display"/>
                <a:ea typeface="Aptos Display"/>
                <a:cs typeface="Aptos Display"/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322D4-6C87-4D4F-B3B7-DD6155F4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669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for presentation/report export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DE2392-8F61-49CC-8C0C-A5C2DE5D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7200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Future work: notification center, approval workflow, Canva import, analytics dashboard, stronger production audit trail</a:t>
            </a:r>
          </a:p>
        </p:txBody>
      </p:sp>
    </p:spTree>
    <p:extLst>
      <p:ext uri="{BB962C8B-B14F-4D97-AF65-F5344CB8AC3E}">
        <p14:creationId xmlns:p14="http://schemas.microsoft.com/office/powerpoint/2010/main" val="65647013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C3B95C-058C-479D-930F-6BE68C1D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D1557-2813-41B0-9D12-3BF0F6D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A64F3-05A7-43FD-8B07-17D9526C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8B7D4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05873-E769-4382-A317-AD6A6616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800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QSMS เปลี่ยนงานคุณภาพจากเอกสารแยกส่วน เป็นระบบที่ตรวจสอบและขยายต่อได้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F8B6A-6266-4028-9ECB-20E56BD8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43625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8B7D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7D4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D3EA3-E8F1-459D-A932-098A3840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FDDE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9FDDE3"/>
                </a:solidFill>
                <a:latin typeface="Aptos"/>
                <a:ea typeface="Aptos"/>
                <a:cs typeface="Aptos"/>
              </a:rPr>
              <a:t>Final 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DCBE0D-CD92-49B4-AB3C-980EEFD0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24125"/>
            <a:ext cx="8858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โปรเจคนี้มีคุณค่าทั้งด้าน operation และ software architecture เพราะแก้ปัญหาจริงด้วย boundary ที่ชัด: portal, API, Supabase, storage และ AI 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FA89A-AF1E-4067-9777-B97F5846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665897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2026-07-15T14:48:28.9630000Z</dcterms:created>
  <dcterms:modified xsi:type="dcterms:W3CDTF">2026-07-15T14:48:28.9630000Z</dcterms:modified>
</coreProperties>
</file>