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678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E6F2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2743200"/>
            <a:ext cx="2743200" cy="2743200"/>
          </a:xfrm>
          <a:prstGeom prst="ellipse">
            <a:avLst/>
          </a:prstGeom>
          <a:solidFill>
            <a:srgbClr val="B1D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DEFENSE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659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QSMS Rework Management 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ระบบบริหารจัดการงานคุณภาพ เอกสารวิศวกรรม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และการค้นหาความรู้ด้วยปัญญาประดิษฐ์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5029200"/>
            <a:ext cx="1371600" cy="73152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59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ที่มาและความสำคัญของโครงงาน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BACKGROUND &amp; SIGNIFICANCE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ปัญหาของระบบเดิมและเป้าหมาย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ปัญหาของระบบเดิม: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การจัดการงาน Rework ใช้กระดาษ/Excel ข้อมูลสูญหายและติดตามยาก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ฝ่ายบัญชีประเมินต้นทุนผิดพลาด (Under-valuation)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เกิด Human Error และขาดศูนย์รวมคู่มือการซ่อมแซม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เป้าหมายของโครงงาน: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พัฒนาระบบ QSMS สู่ความเป็นดิจิทัล (Digitization)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สร้างศูนย์กลางติดตามงานและประเมินราคาที่แม่นยำโปร่งใส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 AI เข้ามาช่วยลดภาระงานและเพิ่มความถูกต้อง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F0F5EC"/>
          </a:solidFill>
          <a:ln w="254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3200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PLACEHOLDER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(Web Application Screenshot)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59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THEORIES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งานวิจัยและเทคโนโลยีที่เกี่ยวข้อง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RELATED THEORIES &amp; TECHNOLOGIES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เทคโนโลยีหลักที่ใช้ขับเคลื่อนระบบ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สถาปัตยกรรมเว็บแอปพลิเคชันสมัยใหม่: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โครงสร้างแบบ Single Page Application (SPA) ด้วย Next.js และ Supabase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ปัญญาประดิษฐ์เชิงสร้างสรรค์ (Generative AI &amp; RAG):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Retrieval-Augmented Generation สร้างแชทบอทค้นหาคู่มือซ่อมแซม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Google Gemini (Multimodal OCR) สกัดข้อมูลจากแบบแปลนอัตโนมัติ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หลักการควบคุมข้อมูล (Data Integrity &amp; Security):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Transaction Integrity ป้องกันข้อมูลขยะเมื่อเกิดข้อผิดพลาด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Role-Based Access Control (RBAC) จำกัดสิทธิ์การมองเห็นข้อมูลราคา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./outputs/qsms-academic-defense/diagrams/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48463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RELATED THEORIES &amp; TECHNOLOGIES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การออกแบบโครงสร้างฐานข้อมูล (Database ERD)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การแยกขอบเขตของข้อมูล (Bounded Context):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แยกฐานข้อมูล Rework DB และ RAG/Drawing DB ออกจากกันอย่างชัดเจน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ความปลอดภัยและความสอดคล้อง: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REWORK_CASES เชื่อมต่อแบบ Cascade ไปยังรายการสินค้าย่อย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ฟิลด์ล็อตเก็บข้อมูลละเอียด เช่น mold, boxNumber, line และ gallonDate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เอกสารความรู้ RAG_DOCUMENTS สลายเป็น Chunks และคำนวณเวกเตอร์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 ENGINEERING_DRAWINGS ทำหน้าที่เป็น Master สำหรับแบบแปลน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./outputs/qsms-academic-defense/diagrams/database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463040"/>
            <a:ext cx="4251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59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ขั้นตอนการดำเนินงาน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METHODOLOGY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ลำดับขั้นตอนการพัฒนาระบบ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1. วิเคราะห์และรวบรวมความต้องการ: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ศึกษาปัญหาจากฝ่ายคลังสินค้า ฝ่ายผลิต และฝ่ายบัญชี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2. ออกแบบระบบ (Design):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วางโครงสร้างสถาปัตยกรรม และออกแบบหน้าจอ (Soft Glassmorphism)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3. พัฒนาระบบหลัก (Core Development):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ระบบจัดการใบงาน Rework และบังคับแนบหลักฐาน (Evidence Images)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4. พัฒนาระบบปัญญาประดิษฐ์ (AI Integration):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ผสานแชทบอท QSMS DocAI และระบบแกะข้อมูล PDF อัตโนมัติ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9893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852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5. ทดสอบและปรับปรุง (Testing &amp; Refinement):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653796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6492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ทดสอบ Data Integrity และความเข้ากันได้บนมือถือ (Responsive)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F0F5EC"/>
          </a:solidFill>
          <a:ln w="254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3200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PLACEHOLDER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(Web Application Screenshot)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59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ผลการทำงานและความคืบหน้า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RESULTS &amp; PROGRESS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ผลลัพธ์และความคืบหน้าของโครงการ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ระบบบริหารจัดการ Rework (เสร็จสมบูรณ์ 100%):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สร้างใบงาน ถ่ายรูปหลักฐาน ประเมินราคา และออกรายงาน Excel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ฟีเจอร์ AI แกะแบบแปลนอัตโนมัติ (เสร็จสมบูรณ์):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ดึงสเปกจากไฟล์ PDF ลงฟอร์มได้อัตโนมัติ ลด Human Error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ระบบแชทบอท QSMS DocAI (เปิดใช้งานแล้ว):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พิมพ์ถามวิธีซ่อมแซมและให้ AI สรุปจากคู่มือวิศวกรรมได้ทันที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สถานะปัจจุบัน (Status):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ระบบมีความเสถียร (Stable) และพร้อมใช้งานจริง (Production-ready)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F0F5EC"/>
          </a:solidFill>
          <a:ln w="254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3200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PLACEHOLDER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(Web Application Screenshot)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RESULTS &amp; PROGRESS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ระบบสืบค้นคู่มืออัจฉริยะ (QSMS DocAI)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กระบวนการนำเข้าคู่มือ (RAG Ingestion Pipeline):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ผู้ดูแลอัปโหลดเอกสารคู่มือทางเทคนิค (PDF) ผ่านระบบหลังบ้าน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ระบบอ่านข้อมูลตัวอักษรและแผนภาพหน้าเอกสาร แปลงเป็น Markdown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แปลงเนื้อหาเป็นเวกเตอร์ 768 มิติด้วย Jina AI Embeddings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บันทึกข้อมูลและเวกเตอร์ลง Supabase pgvector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พร้อมสำหรับแชทบอทตอบคำถามโดยอ้างอิงข้อมูลสถิติจริง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./outputs/qsms-academic-defense/diagrams/rag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14600"/>
            <a:ext cx="48463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RESULTS &amp; PROGRESS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ระบบสกัดข้อมูลแบบแปลน (Drawing AI Parser)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การใช้ Gemini AI สกัดวิเคราะห์แบบแปลน: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อัปโหลดเอกสารแบบแปลน PDF (Engineering Drawings)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ส่งไฟล์ไปยัง Next.js Route Handlers ประมวลผลแบบ Base64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Gemini 3.5 Flash ทำหน้าที่ OCR และดึง Metadata แบบโครงสร้าง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ส่งข้อมูลกลับมากรอกฟอร์มอัปโหลดอัตโนมัติ (Autofill)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บล็อกการแก้ไขชั่วคราวระหว่างประมวลผล (isProcessing = true)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ผู้ใช้ตรวจสอบความถูกต้องและกดยืนยันบันทึกลงฐานข้อมูลหลัก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./outputs/qsms-academic-defense/diagrams/drawing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68296"/>
            <a:ext cx="4846320" cy="2578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RESULTS &amp; PROGRESS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กระบวนการตรวจสอบข้อมูลสินค้า (Two-Way Autofill)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การทำงาน Two-Way Autofill &amp; Verification: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ผู้ใช้กรอกรหัสสินค้า ระบบสืบค้นข้อมูลในระบบทันที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วงจรสถานะความสอดคล้อง (Verification Lifecycle):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- ข้อมูลถูกต้อง (Verified): อัปโหลดสเปกจาก Item Master อัตโนมัติ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- สินค้าใหม่ (New): อนุญาตให้บันทึกข้อมูลเพื่ออัปเกรดขึ้นฐานข้อมูล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- ข้อมูลขัดแย้ง (Conflict): แจ้งเตือนและบล็อกเพื่อป้องกันความผิดพลาด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บล็อกการบันทึกเมื่อจำนวนสินค้าหรือกล่องเป็น 0 (Zero-Value Restriction)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./outputs/qsms-academic-defense/diagrams/autofill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4846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6F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59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ประเมินการทำงานและข้อเสนอแนะ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EVALUATION &amp; FUTURE 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928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จุดแข็งและข้อเสนอแนะเพื่อพัฒนาต่อ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จุดแข็งและผลสัมฤทธิ์: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ลดการใช้กระดาษและลดเวลาการทำงาน (Efficiency)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ระบบป้องกันข้อมูลขัดแย้ง ช่วยยกระดับความถูกต้องของสต็อก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 Rework ถูกคำนวณโปร่งใสและตรวจสอบย้อนหลังได้ (Traceability)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F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ข้อเสนอแนะเพื่อพัฒนาต่อ (Future Work):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การปรับแต่ง (Fine-tune) โมเดล AI ให้เข้าใจศัพท์เฉพาะทางโรงงาน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73152" cy="73152"/>
          </a:xfrm>
          <a:prstGeom prst="ellipse">
            <a:avLst/>
          </a:prstGeom>
          <a:solidFill>
            <a:srgbClr val="88B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56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การเชื่อมต่อระบบ (API Integration) เข้ากับ ERP หลัก เช่น SAP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F0F5EC"/>
          </a:solidFill>
          <a:ln w="25400">
            <a:solidFill>
              <a:srgbClr val="B1D3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PLACEHOLDER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8BD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(Web Application Screenshot)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592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&amp; A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1D3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913</Words>
  <Application>Microsoft Office PowerPoint</Application>
  <PresentationFormat>On-screen Show (16:9)</PresentationFormat>
  <Paragraphs>131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Inter</vt:lpstr>
      <vt:lpstr>Sarabun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 me</cp:lastModifiedBy>
  <cp:revision>1</cp:revision>
  <dcterms:created xsi:type="dcterms:W3CDTF">2026-07-16T06:23:36Z</dcterms:created>
  <dcterms:modified xsi:type="dcterms:W3CDTF">2026-07-16T09:24:23Z</dcterms:modified>
</cp:coreProperties>
</file>